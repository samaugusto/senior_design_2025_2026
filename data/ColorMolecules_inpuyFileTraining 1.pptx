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8" r:id="rId4"/>
    <p:sldId id="260" r:id="rId5"/>
    <p:sldId id="264" r:id="rId6"/>
    <p:sldId id="265" r:id="rId7"/>
    <p:sldId id="258" r:id="rId8"/>
    <p:sldId id="267" r:id="rId9"/>
    <p:sldId id="263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F64C6-127A-F5C1-1312-96824B5BE472}" v="9" dt="2025-10-08T15:33:13.547"/>
    <p1510:client id="{96D712CA-9182-CF4B-9753-1F914C06260C}" v="22" dt="2025-10-08T15:44:46.100"/>
    <p1510:client id="{DD0EDCEC-462A-BB42-BBCA-798F24C64D7A}" v="74" dt="2025-10-07T21:41:06.470"/>
    <p1510:client id="{E93CC29F-7D92-4347-3566-E0C777BC492D}" v="2" dt="2025-10-07T20:15:13.6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08"/>
    <p:restoredTop sz="94701"/>
  </p:normalViewPr>
  <p:slideViewPr>
    <p:cSldViewPr snapToGrid="0">
      <p:cViewPr>
        <p:scale>
          <a:sx n="200" d="100"/>
          <a:sy n="200" d="100"/>
        </p:scale>
        <p:origin x="1208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Yilin" userId="589a0f7d-288e-49c5-947a-86955181f9b2" providerId="ADAL" clId="{96D712CA-9182-CF4B-9753-1F914C06260C}"/>
    <pc:docChg chg="undo custSel modSld">
      <pc:chgData name="Wang,Yilin" userId="589a0f7d-288e-49c5-947a-86955181f9b2" providerId="ADAL" clId="{96D712CA-9182-CF4B-9753-1F914C06260C}" dt="2025-10-08T16:30:56.792" v="30" actId="1076"/>
      <pc:docMkLst>
        <pc:docMk/>
      </pc:docMkLst>
      <pc:sldChg chg="addSp modSp mod">
        <pc:chgData name="Wang,Yilin" userId="589a0f7d-288e-49c5-947a-86955181f9b2" providerId="ADAL" clId="{96D712CA-9182-CF4B-9753-1F914C06260C}" dt="2025-10-08T16:30:56.792" v="30" actId="1076"/>
        <pc:sldMkLst>
          <pc:docMk/>
          <pc:sldMk cId="2905573905" sldId="256"/>
        </pc:sldMkLst>
        <pc:spChg chg="add mod">
          <ac:chgData name="Wang,Yilin" userId="589a0f7d-288e-49c5-947a-86955181f9b2" providerId="ADAL" clId="{96D712CA-9182-CF4B-9753-1F914C06260C}" dt="2025-10-08T16:30:56.792" v="30" actId="1076"/>
          <ac:spMkLst>
            <pc:docMk/>
            <pc:sldMk cId="2905573905" sldId="256"/>
            <ac:spMk id="2" creationId="{7BAC6D92-BEB3-0214-7D1F-26417DA879D4}"/>
          </ac:spMkLst>
        </pc:spChg>
      </pc:sldChg>
      <pc:sldChg chg="modSp mod">
        <pc:chgData name="Wang,Yilin" userId="589a0f7d-288e-49c5-947a-86955181f9b2" providerId="ADAL" clId="{96D712CA-9182-CF4B-9753-1F914C06260C}" dt="2025-10-08T16:11:30.729" v="23" actId="20577"/>
        <pc:sldMkLst>
          <pc:docMk/>
          <pc:sldMk cId="1342040777" sldId="265"/>
        </pc:sldMkLst>
        <pc:spChg chg="mod">
          <ac:chgData name="Wang,Yilin" userId="589a0f7d-288e-49c5-947a-86955181f9b2" providerId="ADAL" clId="{96D712CA-9182-CF4B-9753-1F914C06260C}" dt="2025-10-08T16:11:30.729" v="23" actId="20577"/>
          <ac:spMkLst>
            <pc:docMk/>
            <pc:sldMk cId="1342040777" sldId="265"/>
            <ac:spMk id="9" creationId="{D22BB793-C1EF-23D3-71FC-48AB69BA257E}"/>
          </ac:spMkLst>
        </pc:spChg>
      </pc:sldChg>
      <pc:sldChg chg="addSp modSp mod">
        <pc:chgData name="Wang,Yilin" userId="589a0f7d-288e-49c5-947a-86955181f9b2" providerId="ADAL" clId="{96D712CA-9182-CF4B-9753-1F914C06260C}" dt="2025-10-08T15:44:46.100" v="21" actId="14100"/>
        <pc:sldMkLst>
          <pc:docMk/>
          <pc:sldMk cId="2714684326" sldId="266"/>
        </pc:sldMkLst>
        <pc:spChg chg="mod">
          <ac:chgData name="Wang,Yilin" userId="589a0f7d-288e-49c5-947a-86955181f9b2" providerId="ADAL" clId="{96D712CA-9182-CF4B-9753-1F914C06260C}" dt="2025-10-08T15:43:47.024" v="9" actId="1076"/>
          <ac:spMkLst>
            <pc:docMk/>
            <pc:sldMk cId="2714684326" sldId="266"/>
            <ac:spMk id="8" creationId="{D6A7416F-C9D0-4672-BAED-E00F1D393665}"/>
          </ac:spMkLst>
        </pc:spChg>
        <pc:spChg chg="mod">
          <ac:chgData name="Wang,Yilin" userId="589a0f7d-288e-49c5-947a-86955181f9b2" providerId="ADAL" clId="{96D712CA-9182-CF4B-9753-1F914C06260C}" dt="2025-10-08T15:44:38.616" v="19" actId="1076"/>
          <ac:spMkLst>
            <pc:docMk/>
            <pc:sldMk cId="2714684326" sldId="266"/>
            <ac:spMk id="12" creationId="{686A0359-5DF7-439C-B443-22DC49176733}"/>
          </ac:spMkLst>
        </pc:spChg>
        <pc:spChg chg="mod">
          <ac:chgData name="Wang,Yilin" userId="589a0f7d-288e-49c5-947a-86955181f9b2" providerId="ADAL" clId="{96D712CA-9182-CF4B-9753-1F914C06260C}" dt="2025-10-08T15:44:36.720" v="18" actId="1076"/>
          <ac:spMkLst>
            <pc:docMk/>
            <pc:sldMk cId="2714684326" sldId="266"/>
            <ac:spMk id="13" creationId="{D58C3C16-71F6-4843-9DF1-2C9052AD6333}"/>
          </ac:spMkLst>
        </pc:spChg>
        <pc:cxnChg chg="add mod">
          <ac:chgData name="Wang,Yilin" userId="589a0f7d-288e-49c5-947a-86955181f9b2" providerId="ADAL" clId="{96D712CA-9182-CF4B-9753-1F914C06260C}" dt="2025-10-08T15:43:31.070" v="2" actId="1582"/>
          <ac:cxnSpMkLst>
            <pc:docMk/>
            <pc:sldMk cId="2714684326" sldId="266"/>
            <ac:cxnSpMk id="4" creationId="{9EC91629-5C5D-C36A-2DBF-D5A10AED6910}"/>
          </ac:cxnSpMkLst>
        </pc:cxnChg>
        <pc:cxnChg chg="add mod">
          <ac:chgData name="Wang,Yilin" userId="589a0f7d-288e-49c5-947a-86955181f9b2" providerId="ADAL" clId="{96D712CA-9182-CF4B-9753-1F914C06260C}" dt="2025-10-08T15:43:35.048" v="4" actId="1076"/>
          <ac:cxnSpMkLst>
            <pc:docMk/>
            <pc:sldMk cId="2714684326" sldId="266"/>
            <ac:cxnSpMk id="20" creationId="{D793984C-2C3B-235C-12FB-42B55516E264}"/>
          </ac:cxnSpMkLst>
        </pc:cxnChg>
        <pc:cxnChg chg="add mod">
          <ac:chgData name="Wang,Yilin" userId="589a0f7d-288e-49c5-947a-86955181f9b2" providerId="ADAL" clId="{96D712CA-9182-CF4B-9753-1F914C06260C}" dt="2025-10-08T15:43:37.352" v="6" actId="1076"/>
          <ac:cxnSpMkLst>
            <pc:docMk/>
            <pc:sldMk cId="2714684326" sldId="266"/>
            <ac:cxnSpMk id="21" creationId="{30AC69FA-36AB-32CD-A782-9B6902765AE1}"/>
          </ac:cxnSpMkLst>
        </pc:cxnChg>
        <pc:cxnChg chg="add mod">
          <ac:chgData name="Wang,Yilin" userId="589a0f7d-288e-49c5-947a-86955181f9b2" providerId="ADAL" clId="{96D712CA-9182-CF4B-9753-1F914C06260C}" dt="2025-10-08T15:44:46.100" v="21" actId="14100"/>
          <ac:cxnSpMkLst>
            <pc:docMk/>
            <pc:sldMk cId="2714684326" sldId="266"/>
            <ac:cxnSpMk id="22" creationId="{633D6F69-8A77-67AF-64EA-587059354C54}"/>
          </ac:cxnSpMkLst>
        </pc:cxnChg>
        <pc:cxnChg chg="add mod">
          <ac:chgData name="Wang,Yilin" userId="589a0f7d-288e-49c5-947a-86955181f9b2" providerId="ADAL" clId="{96D712CA-9182-CF4B-9753-1F914C06260C}" dt="2025-10-08T15:44:42.068" v="20" actId="14100"/>
          <ac:cxnSpMkLst>
            <pc:docMk/>
            <pc:sldMk cId="2714684326" sldId="266"/>
            <ac:cxnSpMk id="25" creationId="{4DCD650E-9CF6-00D1-87B1-4200C70D681F}"/>
          </ac:cxnSpMkLst>
        </pc:cxnChg>
      </pc:sldChg>
    </pc:docChg>
  </pc:docChgLst>
  <pc:docChgLst>
    <pc:chgData name="Wang,Yilin" userId="589a0f7d-288e-49c5-947a-86955181f9b2" providerId="ADAL" clId="{DD0EDCEC-462A-BB42-BBCA-798F24C64D7A}"/>
    <pc:docChg chg="undo custSel modSld">
      <pc:chgData name="Wang,Yilin" userId="589a0f7d-288e-49c5-947a-86955181f9b2" providerId="ADAL" clId="{DD0EDCEC-462A-BB42-BBCA-798F24C64D7A}" dt="2025-10-07T21:41:06.470" v="76" actId="1076"/>
      <pc:docMkLst>
        <pc:docMk/>
      </pc:docMkLst>
      <pc:sldChg chg="modSp mod">
        <pc:chgData name="Wang,Yilin" userId="589a0f7d-288e-49c5-947a-86955181f9b2" providerId="ADAL" clId="{DD0EDCEC-462A-BB42-BBCA-798F24C64D7A}" dt="2025-10-07T21:36:44.953" v="16" actId="14100"/>
        <pc:sldMkLst>
          <pc:docMk/>
          <pc:sldMk cId="2905573905" sldId="256"/>
        </pc:sldMkLst>
        <pc:spChg chg="mod">
          <ac:chgData name="Wang,Yilin" userId="589a0f7d-288e-49c5-947a-86955181f9b2" providerId="ADAL" clId="{DD0EDCEC-462A-BB42-BBCA-798F24C64D7A}" dt="2025-10-07T21:36:05.679" v="5" actId="14100"/>
          <ac:spMkLst>
            <pc:docMk/>
            <pc:sldMk cId="2905573905" sldId="256"/>
            <ac:spMk id="3" creationId="{6AF97E06-AEC9-4BA0-BC15-C3DC9B168C6C}"/>
          </ac:spMkLst>
        </pc:spChg>
        <pc:spChg chg="mod">
          <ac:chgData name="Wang,Yilin" userId="589a0f7d-288e-49c5-947a-86955181f9b2" providerId="ADAL" clId="{DD0EDCEC-462A-BB42-BBCA-798F24C64D7A}" dt="2025-10-07T21:36:19.205" v="9" actId="1076"/>
          <ac:spMkLst>
            <pc:docMk/>
            <pc:sldMk cId="2905573905" sldId="256"/>
            <ac:spMk id="15" creationId="{59CED7B4-459C-416A-97B6-A5829E191E59}"/>
          </ac:spMkLst>
        </pc:spChg>
        <pc:spChg chg="mod">
          <ac:chgData name="Wang,Yilin" userId="589a0f7d-288e-49c5-947a-86955181f9b2" providerId="ADAL" clId="{DD0EDCEC-462A-BB42-BBCA-798F24C64D7A}" dt="2025-10-07T21:36:44.953" v="16" actId="14100"/>
          <ac:spMkLst>
            <pc:docMk/>
            <pc:sldMk cId="2905573905" sldId="256"/>
            <ac:spMk id="17" creationId="{F201D0F0-67FE-4427-83C9-81F97040DB1D}"/>
          </ac:spMkLst>
        </pc:spChg>
        <pc:spChg chg="mod">
          <ac:chgData name="Wang,Yilin" userId="589a0f7d-288e-49c5-947a-86955181f9b2" providerId="ADAL" clId="{DD0EDCEC-462A-BB42-BBCA-798F24C64D7A}" dt="2025-10-07T21:36:29.079" v="12" actId="14100"/>
          <ac:spMkLst>
            <pc:docMk/>
            <pc:sldMk cId="2905573905" sldId="256"/>
            <ac:spMk id="32" creationId="{656476BA-0F39-483D-9504-C8B9BD291BFC}"/>
          </ac:spMkLst>
        </pc:spChg>
        <pc:cxnChg chg="mod">
          <ac:chgData name="Wang,Yilin" userId="589a0f7d-288e-49c5-947a-86955181f9b2" providerId="ADAL" clId="{DD0EDCEC-462A-BB42-BBCA-798F24C64D7A}" dt="2025-10-07T21:36:33.474" v="13" actId="14100"/>
          <ac:cxnSpMkLst>
            <pc:docMk/>
            <pc:sldMk cId="2905573905" sldId="256"/>
            <ac:cxnSpMk id="19" creationId="{4908E6D5-DAB8-41A0-961F-8EA8F3D244FE}"/>
          </ac:cxnSpMkLst>
        </pc:cxnChg>
        <pc:cxnChg chg="mod">
          <ac:chgData name="Wang,Yilin" userId="589a0f7d-288e-49c5-947a-86955181f9b2" providerId="ADAL" clId="{DD0EDCEC-462A-BB42-BBCA-798F24C64D7A}" dt="2025-10-07T21:36:44.953" v="16" actId="14100"/>
          <ac:cxnSpMkLst>
            <pc:docMk/>
            <pc:sldMk cId="2905573905" sldId="256"/>
            <ac:cxnSpMk id="20" creationId="{8105E2EB-3D94-45C5-8123-5B6EDCE85DCF}"/>
          </ac:cxnSpMkLst>
        </pc:cxnChg>
      </pc:sldChg>
      <pc:sldChg chg="modSp mod">
        <pc:chgData name="Wang,Yilin" userId="589a0f7d-288e-49c5-947a-86955181f9b2" providerId="ADAL" clId="{DD0EDCEC-462A-BB42-BBCA-798F24C64D7A}" dt="2025-10-07T21:40:21.264" v="52"/>
        <pc:sldMkLst>
          <pc:docMk/>
          <pc:sldMk cId="1945623310" sldId="258"/>
        </pc:sldMkLst>
        <pc:spChg chg="mod">
          <ac:chgData name="Wang,Yilin" userId="589a0f7d-288e-49c5-947a-86955181f9b2" providerId="ADAL" clId="{DD0EDCEC-462A-BB42-BBCA-798F24C64D7A}" dt="2025-10-07T21:40:21.264" v="52"/>
          <ac:spMkLst>
            <pc:docMk/>
            <pc:sldMk cId="1945623310" sldId="258"/>
            <ac:spMk id="6" creationId="{5F3E8B3C-04B5-4EEE-B01C-24E6E641541D}"/>
          </ac:spMkLst>
        </pc:spChg>
        <pc:spChg chg="mod">
          <ac:chgData name="Wang,Yilin" userId="589a0f7d-288e-49c5-947a-86955181f9b2" providerId="ADAL" clId="{DD0EDCEC-462A-BB42-BBCA-798F24C64D7A}" dt="2025-10-07T21:39:50.972" v="45" actId="20577"/>
          <ac:spMkLst>
            <pc:docMk/>
            <pc:sldMk cId="1945623310" sldId="258"/>
            <ac:spMk id="12" creationId="{F6A1ADB3-011C-42F9-86E3-417EFEA829BB}"/>
          </ac:spMkLst>
        </pc:spChg>
      </pc:sldChg>
      <pc:sldChg chg="addSp modSp mod">
        <pc:chgData name="Wang,Yilin" userId="589a0f7d-288e-49c5-947a-86955181f9b2" providerId="ADAL" clId="{DD0EDCEC-462A-BB42-BBCA-798F24C64D7A}" dt="2025-10-07T21:37:14.629" v="19" actId="1076"/>
        <pc:sldMkLst>
          <pc:docMk/>
          <pc:sldMk cId="1368758677" sldId="260"/>
        </pc:sldMkLst>
        <pc:spChg chg="mod">
          <ac:chgData name="Wang,Yilin" userId="589a0f7d-288e-49c5-947a-86955181f9b2" providerId="ADAL" clId="{DD0EDCEC-462A-BB42-BBCA-798F24C64D7A}" dt="2025-10-07T21:36:59.581" v="17" actId="1076"/>
          <ac:spMkLst>
            <pc:docMk/>
            <pc:sldMk cId="1368758677" sldId="260"/>
            <ac:spMk id="2" creationId="{00000000-0000-0000-0000-000000000000}"/>
          </ac:spMkLst>
        </pc:spChg>
        <pc:spChg chg="add mod">
          <ac:chgData name="Wang,Yilin" userId="589a0f7d-288e-49c5-947a-86955181f9b2" providerId="ADAL" clId="{DD0EDCEC-462A-BB42-BBCA-798F24C64D7A}" dt="2025-10-07T21:37:14.629" v="19" actId="1076"/>
          <ac:spMkLst>
            <pc:docMk/>
            <pc:sldMk cId="1368758677" sldId="260"/>
            <ac:spMk id="5" creationId="{DBE56458-4C87-11CC-075F-EF3CB87CD496}"/>
          </ac:spMkLst>
        </pc:spChg>
      </pc:sldChg>
      <pc:sldChg chg="addSp modSp mod">
        <pc:chgData name="Wang,Yilin" userId="589a0f7d-288e-49c5-947a-86955181f9b2" providerId="ADAL" clId="{DD0EDCEC-462A-BB42-BBCA-798F24C64D7A}" dt="2025-10-07T21:37:43.680" v="24" actId="1076"/>
        <pc:sldMkLst>
          <pc:docMk/>
          <pc:sldMk cId="1699975043" sldId="264"/>
        </pc:sldMkLst>
        <pc:spChg chg="add mod">
          <ac:chgData name="Wang,Yilin" userId="589a0f7d-288e-49c5-947a-86955181f9b2" providerId="ADAL" clId="{DD0EDCEC-462A-BB42-BBCA-798F24C64D7A}" dt="2025-10-07T21:37:31.602" v="22" actId="1076"/>
          <ac:spMkLst>
            <pc:docMk/>
            <pc:sldMk cId="1699975043" sldId="264"/>
            <ac:spMk id="5" creationId="{59E3A021-2486-9BB5-BD5F-686997B43D0E}"/>
          </ac:spMkLst>
        </pc:spChg>
        <pc:spChg chg="add mod">
          <ac:chgData name="Wang,Yilin" userId="589a0f7d-288e-49c5-947a-86955181f9b2" providerId="ADAL" clId="{DD0EDCEC-462A-BB42-BBCA-798F24C64D7A}" dt="2025-10-07T21:37:43.680" v="24" actId="1076"/>
          <ac:spMkLst>
            <pc:docMk/>
            <pc:sldMk cId="1699975043" sldId="264"/>
            <ac:spMk id="16" creationId="{2038AA24-A65E-4133-8D1C-EC01A675832A}"/>
          </ac:spMkLst>
        </pc:spChg>
      </pc:sldChg>
      <pc:sldChg chg="addSp modSp mod">
        <pc:chgData name="Wang,Yilin" userId="589a0f7d-288e-49c5-947a-86955181f9b2" providerId="ADAL" clId="{DD0EDCEC-462A-BB42-BBCA-798F24C64D7A}" dt="2025-10-07T21:39:27.140" v="40" actId="20577"/>
        <pc:sldMkLst>
          <pc:docMk/>
          <pc:sldMk cId="1342040777" sldId="265"/>
        </pc:sldMkLst>
        <pc:spChg chg="add mod">
          <ac:chgData name="Wang,Yilin" userId="589a0f7d-288e-49c5-947a-86955181f9b2" providerId="ADAL" clId="{DD0EDCEC-462A-BB42-BBCA-798F24C64D7A}" dt="2025-10-07T21:39:14.600" v="36" actId="20577"/>
          <ac:spMkLst>
            <pc:docMk/>
            <pc:sldMk cId="1342040777" sldId="265"/>
            <ac:spMk id="9" creationId="{D22BB793-C1EF-23D3-71FC-48AB69BA257E}"/>
          </ac:spMkLst>
        </pc:spChg>
        <pc:spChg chg="add mod">
          <ac:chgData name="Wang,Yilin" userId="589a0f7d-288e-49c5-947a-86955181f9b2" providerId="ADAL" clId="{DD0EDCEC-462A-BB42-BBCA-798F24C64D7A}" dt="2025-10-07T21:39:23.613" v="38" actId="20577"/>
          <ac:spMkLst>
            <pc:docMk/>
            <pc:sldMk cId="1342040777" sldId="265"/>
            <ac:spMk id="16" creationId="{9AA92AA3-C9B7-C9D9-0E99-0CC75887265B}"/>
          </ac:spMkLst>
        </pc:spChg>
        <pc:spChg chg="add mod">
          <ac:chgData name="Wang,Yilin" userId="589a0f7d-288e-49c5-947a-86955181f9b2" providerId="ADAL" clId="{DD0EDCEC-462A-BB42-BBCA-798F24C64D7A}" dt="2025-10-07T21:39:27.140" v="40" actId="20577"/>
          <ac:spMkLst>
            <pc:docMk/>
            <pc:sldMk cId="1342040777" sldId="265"/>
            <ac:spMk id="21" creationId="{5BD88597-0C84-A43B-1340-E7FC75F4DB18}"/>
          </ac:spMkLst>
        </pc:spChg>
        <pc:spChg chg="mod">
          <ac:chgData name="Wang,Yilin" userId="589a0f7d-288e-49c5-947a-86955181f9b2" providerId="ADAL" clId="{DD0EDCEC-462A-BB42-BBCA-798F24C64D7A}" dt="2025-10-07T21:38:38.481" v="29" actId="1076"/>
          <ac:spMkLst>
            <pc:docMk/>
            <pc:sldMk cId="1342040777" sldId="265"/>
            <ac:spMk id="23" creationId="{D1C1D427-894C-4DC3-9B24-A939FB47DF0E}"/>
          </ac:spMkLst>
        </pc:spChg>
        <pc:cxnChg chg="mod">
          <ac:chgData name="Wang,Yilin" userId="589a0f7d-288e-49c5-947a-86955181f9b2" providerId="ADAL" clId="{DD0EDCEC-462A-BB42-BBCA-798F24C64D7A}" dt="2025-10-07T21:38:41.877" v="30" actId="14100"/>
          <ac:cxnSpMkLst>
            <pc:docMk/>
            <pc:sldMk cId="1342040777" sldId="265"/>
            <ac:cxnSpMk id="20" creationId="{C9F4F464-0D0C-428B-A633-685BF8048411}"/>
          </ac:cxnSpMkLst>
        </pc:cxnChg>
      </pc:sldChg>
      <pc:sldChg chg="addSp delSp modSp mod">
        <pc:chgData name="Wang,Yilin" userId="589a0f7d-288e-49c5-947a-86955181f9b2" providerId="ADAL" clId="{DD0EDCEC-462A-BB42-BBCA-798F24C64D7A}" dt="2025-10-07T21:41:06.470" v="76" actId="1076"/>
        <pc:sldMkLst>
          <pc:docMk/>
          <pc:sldMk cId="3450647700" sldId="267"/>
        </pc:sldMkLst>
        <pc:spChg chg="mod">
          <ac:chgData name="Wang,Yilin" userId="589a0f7d-288e-49c5-947a-86955181f9b2" providerId="ADAL" clId="{DD0EDCEC-462A-BB42-BBCA-798F24C64D7A}" dt="2025-10-07T21:41:06.470" v="76" actId="1076"/>
          <ac:spMkLst>
            <pc:docMk/>
            <pc:sldMk cId="3450647700" sldId="267"/>
            <ac:spMk id="2" creationId="{86AB10A4-6D53-43DD-8BE9-70DE95B4E5F2}"/>
          </ac:spMkLst>
        </pc:spChg>
        <pc:spChg chg="add del mod">
          <ac:chgData name="Wang,Yilin" userId="589a0f7d-288e-49c5-947a-86955181f9b2" providerId="ADAL" clId="{DD0EDCEC-462A-BB42-BBCA-798F24C64D7A}" dt="2025-10-07T21:41:03.170" v="74" actId="1076"/>
          <ac:spMkLst>
            <pc:docMk/>
            <pc:sldMk cId="3450647700" sldId="267"/>
            <ac:spMk id="4" creationId="{58AAA9E9-4A2C-5AF7-8F6B-E54664F63946}"/>
          </ac:spMkLst>
        </pc:spChg>
      </pc:sldChg>
    </pc:docChg>
  </pc:docChgLst>
  <pc:docChgLst>
    <pc:chgData name="Wang,Yilin" userId="S::yw487@drexel.edu::589a0f7d-288e-49c5-947a-86955181f9b2" providerId="AD" clId="Web-{765F64C6-127A-F5C1-1312-96824B5BE472}"/>
    <pc:docChg chg="modSld">
      <pc:chgData name="Wang,Yilin" userId="S::yw487@drexel.edu::589a0f7d-288e-49c5-947a-86955181f9b2" providerId="AD" clId="Web-{765F64C6-127A-F5C1-1312-96824B5BE472}" dt="2025-10-08T15:33:13.547" v="8" actId="1076"/>
      <pc:docMkLst>
        <pc:docMk/>
      </pc:docMkLst>
      <pc:sldChg chg="modSp">
        <pc:chgData name="Wang,Yilin" userId="S::yw487@drexel.edu::589a0f7d-288e-49c5-947a-86955181f9b2" providerId="AD" clId="Web-{765F64C6-127A-F5C1-1312-96824B5BE472}" dt="2025-10-08T15:33:13.547" v="8" actId="1076"/>
        <pc:sldMkLst>
          <pc:docMk/>
          <pc:sldMk cId="2905573905" sldId="256"/>
        </pc:sldMkLst>
        <pc:spChg chg="mod">
          <ac:chgData name="Wang,Yilin" userId="S::yw487@drexel.edu::589a0f7d-288e-49c5-947a-86955181f9b2" providerId="AD" clId="Web-{765F64C6-127A-F5C1-1312-96824B5BE472}" dt="2025-10-08T15:32:57.765" v="7" actId="1076"/>
          <ac:spMkLst>
            <pc:docMk/>
            <pc:sldMk cId="2905573905" sldId="256"/>
            <ac:spMk id="13" creationId="{62F31DAD-2742-4A7C-902F-3F61567E9B51}"/>
          </ac:spMkLst>
        </pc:spChg>
        <pc:spChg chg="mod">
          <ac:chgData name="Wang,Yilin" userId="S::yw487@drexel.edu::589a0f7d-288e-49c5-947a-86955181f9b2" providerId="AD" clId="Web-{765F64C6-127A-F5C1-1312-96824B5BE472}" dt="2025-10-08T15:30:45.160" v="4" actId="14100"/>
          <ac:spMkLst>
            <pc:docMk/>
            <pc:sldMk cId="2905573905" sldId="256"/>
            <ac:spMk id="17" creationId="{F201D0F0-67FE-4427-83C9-81F97040DB1D}"/>
          </ac:spMkLst>
        </pc:spChg>
        <pc:spChg chg="mod">
          <ac:chgData name="Wang,Yilin" userId="S::yw487@drexel.edu::589a0f7d-288e-49c5-947a-86955181f9b2" providerId="AD" clId="Web-{765F64C6-127A-F5C1-1312-96824B5BE472}" dt="2025-10-08T15:32:52.999" v="6" actId="1076"/>
          <ac:spMkLst>
            <pc:docMk/>
            <pc:sldMk cId="2905573905" sldId="256"/>
            <ac:spMk id="33" creationId="{3FFFD439-199C-4BB1-8FB5-35ECB27E1650}"/>
          </ac:spMkLst>
        </pc:spChg>
        <pc:spChg chg="mod">
          <ac:chgData name="Wang,Yilin" userId="S::yw487@drexel.edu::589a0f7d-288e-49c5-947a-86955181f9b2" providerId="AD" clId="Web-{765F64C6-127A-F5C1-1312-96824B5BE472}" dt="2025-10-08T15:33:13.547" v="8" actId="1076"/>
          <ac:spMkLst>
            <pc:docMk/>
            <pc:sldMk cId="2905573905" sldId="256"/>
            <ac:spMk id="34" creationId="{E5902479-215C-4C39-A81C-CB3DF8AE7083}"/>
          </ac:spMkLst>
        </pc:spChg>
        <pc:cxnChg chg="mod">
          <ac:chgData name="Wang,Yilin" userId="S::yw487@drexel.edu::589a0f7d-288e-49c5-947a-86955181f9b2" providerId="AD" clId="Web-{765F64C6-127A-F5C1-1312-96824B5BE472}" dt="2025-10-08T15:30:43.519" v="3" actId="1076"/>
          <ac:cxnSpMkLst>
            <pc:docMk/>
            <pc:sldMk cId="2905573905" sldId="256"/>
            <ac:cxnSpMk id="20" creationId="{8105E2EB-3D94-45C5-8123-5B6EDCE85DCF}"/>
          </ac:cxnSpMkLst>
        </pc:cxnChg>
      </pc:sldChg>
    </pc:docChg>
  </pc:docChgLst>
  <pc:docChgLst>
    <pc:chgData name="Wang,Yilin" userId="S::yw487@drexel.edu::589a0f7d-288e-49c5-947a-86955181f9b2" providerId="AD" clId="Web-{E93CC29F-7D92-4347-3566-E0C777BC492D}"/>
    <pc:docChg chg="delSld">
      <pc:chgData name="Wang,Yilin" userId="S::yw487@drexel.edu::589a0f7d-288e-49c5-947a-86955181f9b2" providerId="AD" clId="Web-{E93CC29F-7D92-4347-3566-E0C777BC492D}" dt="2025-10-07T20:15:13.689" v="1"/>
      <pc:docMkLst>
        <pc:docMk/>
      </pc:docMkLst>
      <pc:sldChg chg="del">
        <pc:chgData name="Wang,Yilin" userId="S::yw487@drexel.edu::589a0f7d-288e-49c5-947a-86955181f9b2" providerId="AD" clId="Web-{E93CC29F-7D92-4347-3566-E0C777BC492D}" dt="2025-10-07T20:15:13.689" v="1"/>
        <pc:sldMkLst>
          <pc:docMk/>
          <pc:sldMk cId="3871541716" sldId="257"/>
        </pc:sldMkLst>
      </pc:sldChg>
      <pc:sldChg chg="del">
        <pc:chgData name="Wang,Yilin" userId="S::yw487@drexel.edu::589a0f7d-288e-49c5-947a-86955181f9b2" providerId="AD" clId="Web-{E93CC29F-7D92-4347-3566-E0C777BC492D}" dt="2025-10-07T20:15:10.048" v="0"/>
        <pc:sldMkLst>
          <pc:docMk/>
          <pc:sldMk cId="1056704866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B1D7E-869D-46D1-8217-DE654CD62488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FE11B-4E97-4BD6-ABE9-CA47251DA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6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Get files from this one into one folder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E11B-4E97-4BD6-ABE9-CA47251DAC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9E67-EB5A-2240-A3FE-2A7AE6883E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05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8542-6FA4-45DA-A513-EF42D58B7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8FBD6-5DD9-46A9-A15B-DF4793F18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5FDAC-25D2-42CD-BFBF-F1CB9F36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EFBB9-94B8-41CA-9B61-C4CC4B59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1CA29-7232-4D54-B8CD-D58F5F27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0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3795-59AD-450C-BDB8-D1107C00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D2F3-EB53-4BED-A712-97CC25141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E74AA-D4D9-4EAC-A070-26FF7292B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9BCF4-DF67-439E-B874-38E9FBF8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A7ABD-EF71-46DA-817D-5639B9C8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3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FC2B-3784-4F04-A61A-F3B1A073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CF13C-CE7E-4226-9F41-CF1C107BB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F279E-AFF8-44A6-AEE9-AB8A4467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611BD-5102-4612-8B4B-CBE037F7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439F-6B53-4BC1-8BEB-B19B401B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9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FE26-0C44-400D-86C3-B712ADD2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E10B-BDD9-4E6A-BE5B-1024CE21C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596B4-9F07-4D95-B879-18B80F188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3352E-736A-489D-A449-18FFCE86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ABF9D-8F59-4001-B860-EED70CA9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3C001-6DCA-4440-9FF5-7020313D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44B1-7362-4EBC-A3F6-F7141CF1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81282-A617-4BC9-A61A-F94842A22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EEEA-4BE8-4517-83B0-2C8EC2540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204B8-7BE2-423A-9CBE-A80BB1FC0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9C019-D85C-46A3-9FFE-89D136AFD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FD88E-DC26-47B5-867C-54F67586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08DE4-9389-4A5E-AC9B-C523B8B9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F1C44-4C9B-4A74-9323-88C96352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2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B91D-C027-404E-85ED-57A1A5DA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D2F1F-C4B5-4E80-B8D8-DFDDA66F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2AE7D-6938-4960-BC2F-5625C4D3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2EB2C-D861-4F42-B24C-58DD4B08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2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87C0E-6778-4AC7-AD68-4A301720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5B5A9-A941-4555-911B-0F94C2C1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459F1-C930-4EFD-AA02-05533139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6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270E-919B-4B4B-A593-FB0249D1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CA8D-BFAA-40A2-B52D-FE32F8CD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70E0-CA24-4803-BB37-EC2DB9EDF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95201-61E4-4E66-994F-260E1007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6F61B-F3B8-4EA8-BE4A-033D282A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882C4-0399-4F74-8737-18F2837E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2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D2CB-9835-494C-BD3F-D451E85B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F7D1E-E632-49CE-9D6B-868A5E070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85A37-8014-47E9-8B53-08D5B68D4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B0545-C5A8-47B9-B402-CAE1C9F6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2E3DA-9B37-49CF-BB47-88CC6EDA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D900F-0886-47BE-9BF6-D1122514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8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DBF9-899A-4578-BF24-30FD0EF2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0935A-C30B-451F-B0A2-412486659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23F8-2D88-426D-8CB3-1A8E4D6F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299B7-AFE9-40CC-9DB1-9F5BBBB8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A3E2-7C0E-488B-95AC-527EA2E9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0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82743-658A-4C71-A840-1186B16D8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5DA1D-6BFA-4FF8-B363-987AE4834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7050-7334-4356-98DE-BF40FF26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8B41-3EDA-4733-AE0F-4F194F04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EB73C-37B6-4F50-8945-871937E9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0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C42844-35EE-4F88-9548-002A4630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CD66D-2200-47AD-9905-D6255ECB0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91A1D-4FCC-48B1-B326-454DD9F5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55F5-1177-46F3-A26B-C85F802D9FB2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5AB8D-9CE5-4A93-A675-E39F8334A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3B17D-FE8C-4B82-BEB1-EC65D7631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3148-EEC6-4F4A-91AC-6E124DE6A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0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C56944-0933-484D-9AC7-2448C6FF1E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572" r="77734" b="17288"/>
          <a:stretch/>
        </p:blipFill>
        <p:spPr>
          <a:xfrm>
            <a:off x="1408871" y="1343945"/>
            <a:ext cx="7029450" cy="517226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0E2293-B7F5-4841-B292-DD6E511DB45A}"/>
              </a:ext>
            </a:extLst>
          </p:cNvPr>
          <p:cNvCxnSpPr>
            <a:cxnSpLocks/>
          </p:cNvCxnSpPr>
          <p:nvPr/>
        </p:nvCxnSpPr>
        <p:spPr>
          <a:xfrm>
            <a:off x="2639630" y="4234648"/>
            <a:ext cx="1464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1B7C4C-92DC-43CE-99C6-B110C652B341}"/>
              </a:ext>
            </a:extLst>
          </p:cNvPr>
          <p:cNvSpPr txBox="1"/>
          <p:nvPr/>
        </p:nvSpPr>
        <p:spPr>
          <a:xfrm>
            <a:off x="1635829" y="4049982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5438737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8CBDA8-66E1-4B9C-971C-8322254802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53" t="58303" r="82815" b="31686"/>
          <a:stretch/>
        </p:blipFill>
        <p:spPr>
          <a:xfrm>
            <a:off x="4289115" y="5251778"/>
            <a:ext cx="3310748" cy="126443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CDA80E-86C4-44AD-B174-330853D1CD0F}"/>
              </a:ext>
            </a:extLst>
          </p:cNvPr>
          <p:cNvCxnSpPr>
            <a:cxnSpLocks/>
          </p:cNvCxnSpPr>
          <p:nvPr/>
        </p:nvCxnSpPr>
        <p:spPr>
          <a:xfrm>
            <a:off x="3198923" y="3978675"/>
            <a:ext cx="905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0EEA64-6685-4E6E-BE7D-409A0B785084}"/>
              </a:ext>
            </a:extLst>
          </p:cNvPr>
          <p:cNvSpPr txBox="1"/>
          <p:nvPr/>
        </p:nvSpPr>
        <p:spPr>
          <a:xfrm>
            <a:off x="2468464" y="3794985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567302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F31DAD-2742-4A7C-902F-3F61567E9B51}"/>
              </a:ext>
            </a:extLst>
          </p:cNvPr>
          <p:cNvSpPr txBox="1"/>
          <p:nvPr/>
        </p:nvSpPr>
        <p:spPr>
          <a:xfrm>
            <a:off x="2741531" y="2691228"/>
            <a:ext cx="1192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271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97E06-AEC9-4BA0-BC15-C3DC9B168C6C}"/>
              </a:ext>
            </a:extLst>
          </p:cNvPr>
          <p:cNvSpPr txBox="1"/>
          <p:nvPr/>
        </p:nvSpPr>
        <p:spPr>
          <a:xfrm>
            <a:off x="8478423" y="1854468"/>
            <a:ext cx="1871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exp_refineFinal1_merged _r.cmap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ED7B4-459C-416A-97B6-A5829E191E59}"/>
              </a:ext>
            </a:extLst>
          </p:cNvPr>
          <p:cNvSpPr txBox="1"/>
          <p:nvPr/>
        </p:nvSpPr>
        <p:spPr>
          <a:xfrm>
            <a:off x="8400283" y="2485261"/>
            <a:ext cx="1909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exp_refineFinal1_merged _</a:t>
            </a:r>
            <a:r>
              <a:rPr lang="en-US" err="1"/>
              <a:t>q.cmap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01D0F0-67FE-4427-83C9-81F97040DB1D}"/>
              </a:ext>
            </a:extLst>
          </p:cNvPr>
          <p:cNvSpPr txBox="1"/>
          <p:nvPr/>
        </p:nvSpPr>
        <p:spPr>
          <a:xfrm>
            <a:off x="10901199" y="2289076"/>
            <a:ext cx="335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exp_refineFinal1_merged.xmap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08E6D5-DAB8-41A0-961F-8EA8F3D244FE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0309847" y="2516992"/>
            <a:ext cx="410376" cy="2914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05E2EB-3D94-45C5-8123-5B6EDCE85DCF}"/>
              </a:ext>
            </a:extLst>
          </p:cNvPr>
          <p:cNvCxnSpPr>
            <a:cxnSpLocks/>
            <a:stCxn id="17" idx="1"/>
            <a:endCxn id="3" idx="3"/>
          </p:cNvCxnSpPr>
          <p:nvPr/>
        </p:nvCxnSpPr>
        <p:spPr>
          <a:xfrm flipH="1" flipV="1">
            <a:off x="10349949" y="2177634"/>
            <a:ext cx="551250" cy="2961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D043F00-5265-42F2-9E9A-AC8F8A58EB18}"/>
              </a:ext>
            </a:extLst>
          </p:cNvPr>
          <p:cNvSpPr txBox="1"/>
          <p:nvPr/>
        </p:nvSpPr>
        <p:spPr>
          <a:xfrm>
            <a:off x="9246714" y="3749396"/>
            <a:ext cx="31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Name (</a:t>
            </a:r>
            <a:r>
              <a:rPr lang="en-US" err="1">
                <a:solidFill>
                  <a:srgbClr val="FF0000"/>
                </a:solidFill>
              </a:rPr>
              <a:t>Contig+Molecule</a:t>
            </a:r>
            <a:r>
              <a:rPr lang="en-US">
                <a:solidFill>
                  <a:srgbClr val="FF0000"/>
                </a:solidFill>
              </a:rPr>
              <a:t>).</a:t>
            </a:r>
            <a:r>
              <a:rPr lang="en-US" err="1">
                <a:solidFill>
                  <a:srgbClr val="FF0000"/>
                </a:solidFill>
              </a:rPr>
              <a:t>xmap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160D82-E198-42C7-96B0-B9781CF935A8}"/>
              </a:ext>
            </a:extLst>
          </p:cNvPr>
          <p:cNvSpPr txBox="1"/>
          <p:nvPr/>
        </p:nvSpPr>
        <p:spPr>
          <a:xfrm>
            <a:off x="8636243" y="4674896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Molecules_q.cmap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3A218F-2A1C-41FE-8DD9-86CD61541AA0}"/>
              </a:ext>
            </a:extLst>
          </p:cNvPr>
          <p:cNvSpPr txBox="1"/>
          <p:nvPr/>
        </p:nvSpPr>
        <p:spPr>
          <a:xfrm>
            <a:off x="8518523" y="3144149"/>
            <a:ext cx="153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Contig_r.cmap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6B3363B-1E7A-4093-9B43-393167A7CB73}"/>
              </a:ext>
            </a:extLst>
          </p:cNvPr>
          <p:cNvCxnSpPr/>
          <p:nvPr/>
        </p:nvCxnSpPr>
        <p:spPr>
          <a:xfrm>
            <a:off x="9093696" y="2979764"/>
            <a:ext cx="0" cy="304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A5ADC7-4F8F-40BA-ACB8-4CAD826F95BC}"/>
              </a:ext>
            </a:extLst>
          </p:cNvPr>
          <p:cNvCxnSpPr>
            <a:cxnSpLocks/>
          </p:cNvCxnSpPr>
          <p:nvPr/>
        </p:nvCxnSpPr>
        <p:spPr>
          <a:xfrm>
            <a:off x="9401333" y="3456948"/>
            <a:ext cx="493695" cy="4058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0F9577-7B82-4C83-BB1D-44D08E7C6BBE}"/>
              </a:ext>
            </a:extLst>
          </p:cNvPr>
          <p:cNvCxnSpPr>
            <a:cxnSpLocks/>
          </p:cNvCxnSpPr>
          <p:nvPr/>
        </p:nvCxnSpPr>
        <p:spPr>
          <a:xfrm flipV="1">
            <a:off x="9791711" y="4068124"/>
            <a:ext cx="431589" cy="6596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56476BA-0F39-483D-9504-C8B9BD291BFC}"/>
              </a:ext>
            </a:extLst>
          </p:cNvPr>
          <p:cNvSpPr/>
          <p:nvPr/>
        </p:nvSpPr>
        <p:spPr>
          <a:xfrm>
            <a:off x="8357614" y="2485261"/>
            <a:ext cx="1865685" cy="10588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FFD439-199C-4BB1-8FB5-35ECB27E1650}"/>
              </a:ext>
            </a:extLst>
          </p:cNvPr>
          <p:cNvSpPr txBox="1"/>
          <p:nvPr/>
        </p:nvSpPr>
        <p:spPr>
          <a:xfrm>
            <a:off x="2152650" y="1915424"/>
            <a:ext cx="1785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 (hg38)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902479-215C-4C39-A81C-CB3DF8AE7083}"/>
              </a:ext>
            </a:extLst>
          </p:cNvPr>
          <p:cNvSpPr txBox="1"/>
          <p:nvPr/>
        </p:nvSpPr>
        <p:spPr>
          <a:xfrm>
            <a:off x="2133600" y="338130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Molecules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358E63-4477-41C5-8539-078D651BF84C}"/>
              </a:ext>
            </a:extLst>
          </p:cNvPr>
          <p:cNvSpPr txBox="1"/>
          <p:nvPr/>
        </p:nvSpPr>
        <p:spPr>
          <a:xfrm>
            <a:off x="8518523" y="270799"/>
            <a:ext cx="254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Raw molecules = BNX file</a:t>
            </a: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7DBE9D41-52BA-4F8B-B595-8DB70C98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876"/>
            <a:ext cx="10515600" cy="1325563"/>
          </a:xfrm>
        </p:spPr>
        <p:txBody>
          <a:bodyPr/>
          <a:lstStyle/>
          <a:p>
            <a:r>
              <a:rPr lang="en-US"/>
              <a:t>Overview &amp; Visualization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B017950A-DE85-476F-BDA9-20B25FB20D6B}"/>
              </a:ext>
            </a:extLst>
          </p:cNvPr>
          <p:cNvSpPr/>
          <p:nvPr/>
        </p:nvSpPr>
        <p:spPr>
          <a:xfrm>
            <a:off x="8939814" y="640131"/>
            <a:ext cx="461519" cy="658169"/>
          </a:xfrm>
          <a:prstGeom prst="down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0B9BD4-1182-461E-A6D1-047D89826A5A}"/>
              </a:ext>
            </a:extLst>
          </p:cNvPr>
          <p:cNvSpPr txBox="1"/>
          <p:nvPr/>
        </p:nvSpPr>
        <p:spPr>
          <a:xfrm>
            <a:off x="9246714" y="674512"/>
            <a:ext cx="126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alignment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E1A867-1355-49E6-B9A8-18AC4E70E160}"/>
              </a:ext>
            </a:extLst>
          </p:cNvPr>
          <p:cNvSpPr txBox="1"/>
          <p:nvPr/>
        </p:nvSpPr>
        <p:spPr>
          <a:xfrm>
            <a:off x="8740703" y="124916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/>
              <a:t>Output</a:t>
            </a:r>
            <a:r>
              <a:rPr lang="en-US"/>
              <a:t>: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BAC6D92-BEB3-0214-7D1F-26417DA879D4}"/>
              </a:ext>
            </a:extLst>
          </p:cNvPr>
          <p:cNvSpPr/>
          <p:nvPr/>
        </p:nvSpPr>
        <p:spPr>
          <a:xfrm>
            <a:off x="4104446" y="3119791"/>
            <a:ext cx="108782" cy="755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7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FEBD-FEBD-4BE2-8817-7FD27903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Positive, Negative orientations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1E6975-C105-45DF-9721-14BD2C4D2D68}"/>
              </a:ext>
            </a:extLst>
          </p:cNvPr>
          <p:cNvSpPr/>
          <p:nvPr/>
        </p:nvSpPr>
        <p:spPr>
          <a:xfrm>
            <a:off x="1509073" y="1750317"/>
            <a:ext cx="6513922" cy="3864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900093-B84B-4603-839E-FEE6BBD58A01}"/>
              </a:ext>
            </a:extLst>
          </p:cNvPr>
          <p:cNvSpPr/>
          <p:nvPr/>
        </p:nvSpPr>
        <p:spPr>
          <a:xfrm>
            <a:off x="1734532" y="2620651"/>
            <a:ext cx="4892512" cy="386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CONTIG 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8BEEB4-3533-4D8D-9377-C07DEA2DF376}"/>
              </a:ext>
            </a:extLst>
          </p:cNvPr>
          <p:cNvSpPr/>
          <p:nvPr/>
        </p:nvSpPr>
        <p:spPr>
          <a:xfrm>
            <a:off x="2095044" y="4303378"/>
            <a:ext cx="4411745" cy="3864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MOLECULE 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A7416F-C9D0-4672-BAED-E00F1D393665}"/>
              </a:ext>
            </a:extLst>
          </p:cNvPr>
          <p:cNvSpPr/>
          <p:nvPr/>
        </p:nvSpPr>
        <p:spPr>
          <a:xfrm>
            <a:off x="1764384" y="3230397"/>
            <a:ext cx="5117183" cy="386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CONTIG 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D502DD-E354-42F4-A40C-33BB4A0DB110}"/>
              </a:ext>
            </a:extLst>
          </p:cNvPr>
          <p:cNvSpPr/>
          <p:nvPr/>
        </p:nvSpPr>
        <p:spPr>
          <a:xfrm>
            <a:off x="2179164" y="4820054"/>
            <a:ext cx="4287624" cy="3864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MOLECULE 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97A26-98B9-48F0-8A98-DC869295B123}"/>
              </a:ext>
            </a:extLst>
          </p:cNvPr>
          <p:cNvSpPr txBox="1"/>
          <p:nvPr/>
        </p:nvSpPr>
        <p:spPr>
          <a:xfrm>
            <a:off x="1503226" y="26549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52D0D-062B-4DC3-99F4-EB5CA4B63182}"/>
              </a:ext>
            </a:extLst>
          </p:cNvPr>
          <p:cNvSpPr txBox="1"/>
          <p:nvPr/>
        </p:nvSpPr>
        <p:spPr>
          <a:xfrm>
            <a:off x="6561055" y="260735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A0359-5DF7-439C-B443-22DC49176733}"/>
              </a:ext>
            </a:extLst>
          </p:cNvPr>
          <p:cNvSpPr txBox="1"/>
          <p:nvPr/>
        </p:nvSpPr>
        <p:spPr>
          <a:xfrm>
            <a:off x="991073" y="3300756"/>
            <a:ext cx="74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C3C16-71F6-4843-9DF1-2C9052AD6333}"/>
              </a:ext>
            </a:extLst>
          </p:cNvPr>
          <p:cNvSpPr txBox="1"/>
          <p:nvPr/>
        </p:nvSpPr>
        <p:spPr>
          <a:xfrm>
            <a:off x="6951610" y="32475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BE636-E171-4BF0-A74F-AEAE57B024DD}"/>
              </a:ext>
            </a:extLst>
          </p:cNvPr>
          <p:cNvSpPr txBox="1"/>
          <p:nvPr/>
        </p:nvSpPr>
        <p:spPr>
          <a:xfrm>
            <a:off x="1351585" y="14883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AF1132-A38B-472A-9D4D-75D02DF7B250}"/>
              </a:ext>
            </a:extLst>
          </p:cNvPr>
          <p:cNvSpPr txBox="1"/>
          <p:nvPr/>
        </p:nvSpPr>
        <p:spPr>
          <a:xfrm>
            <a:off x="6234684" y="148833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06573-DD21-4707-8D21-207FA1C338C3}"/>
              </a:ext>
            </a:extLst>
          </p:cNvPr>
          <p:cNvSpPr txBox="1"/>
          <p:nvPr/>
        </p:nvSpPr>
        <p:spPr>
          <a:xfrm>
            <a:off x="1804912" y="43333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EF8AA0-6C12-492D-8D64-19257C0ACA80}"/>
              </a:ext>
            </a:extLst>
          </p:cNvPr>
          <p:cNvSpPr txBox="1"/>
          <p:nvPr/>
        </p:nvSpPr>
        <p:spPr>
          <a:xfrm>
            <a:off x="1572471" y="4858995"/>
            <a:ext cx="74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634C2B-7091-4A72-986C-9642D70212E6}"/>
              </a:ext>
            </a:extLst>
          </p:cNvPr>
          <p:cNvSpPr txBox="1"/>
          <p:nvPr/>
        </p:nvSpPr>
        <p:spPr>
          <a:xfrm>
            <a:off x="6450228" y="429050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7875C6-1783-4130-9D8D-6839B140A9DE}"/>
              </a:ext>
            </a:extLst>
          </p:cNvPr>
          <p:cNvSpPr txBox="1"/>
          <p:nvPr/>
        </p:nvSpPr>
        <p:spPr>
          <a:xfrm>
            <a:off x="6506789" y="48371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C91629-5C5D-C36A-2DBF-D5A10AED6910}"/>
              </a:ext>
            </a:extLst>
          </p:cNvPr>
          <p:cNvCxnSpPr/>
          <p:nvPr/>
        </p:nvCxnSpPr>
        <p:spPr>
          <a:xfrm flipV="1">
            <a:off x="1804912" y="2136816"/>
            <a:ext cx="0" cy="4838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93984C-2C3B-235C-12FB-42B55516E264}"/>
              </a:ext>
            </a:extLst>
          </p:cNvPr>
          <p:cNvCxnSpPr/>
          <p:nvPr/>
        </p:nvCxnSpPr>
        <p:spPr>
          <a:xfrm flipV="1">
            <a:off x="2074700" y="2136816"/>
            <a:ext cx="0" cy="4838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AC69FA-36AB-32CD-A782-9B6902765AE1}"/>
              </a:ext>
            </a:extLst>
          </p:cNvPr>
          <p:cNvCxnSpPr/>
          <p:nvPr/>
        </p:nvCxnSpPr>
        <p:spPr>
          <a:xfrm flipV="1">
            <a:off x="2331028" y="2136816"/>
            <a:ext cx="0" cy="4838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3D6F69-8A77-67AF-64EA-587059354C54}"/>
              </a:ext>
            </a:extLst>
          </p:cNvPr>
          <p:cNvCxnSpPr>
            <a:cxnSpLocks/>
          </p:cNvCxnSpPr>
          <p:nvPr/>
        </p:nvCxnSpPr>
        <p:spPr>
          <a:xfrm flipV="1">
            <a:off x="1804912" y="2136816"/>
            <a:ext cx="0" cy="11107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CD650E-9CF6-00D1-87B1-4200C70D681F}"/>
              </a:ext>
            </a:extLst>
          </p:cNvPr>
          <p:cNvCxnSpPr>
            <a:cxnSpLocks/>
          </p:cNvCxnSpPr>
          <p:nvPr/>
        </p:nvCxnSpPr>
        <p:spPr>
          <a:xfrm flipV="1">
            <a:off x="2106598" y="2142379"/>
            <a:ext cx="0" cy="10880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68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870AE6-BFBE-4148-8838-FC97AAFC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2950" y="-18845"/>
            <a:ext cx="9627593" cy="888936"/>
          </a:xfrm>
        </p:spPr>
        <p:txBody>
          <a:bodyPr/>
          <a:lstStyle/>
          <a:p>
            <a:r>
              <a:rPr lang="en-US"/>
              <a:t>Positive, Negative orientations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4DF5B6-364E-4047-8A7F-75FE3E9F5779}"/>
              </a:ext>
            </a:extLst>
          </p:cNvPr>
          <p:cNvCxnSpPr>
            <a:cxnSpLocks/>
          </p:cNvCxnSpPr>
          <p:nvPr/>
        </p:nvCxnSpPr>
        <p:spPr>
          <a:xfrm flipV="1">
            <a:off x="761540" y="1412347"/>
            <a:ext cx="11163521" cy="3301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0862A8-EEC6-4641-8EA2-F79CE2D3A160}"/>
              </a:ext>
            </a:extLst>
          </p:cNvPr>
          <p:cNvCxnSpPr>
            <a:cxnSpLocks/>
          </p:cNvCxnSpPr>
          <p:nvPr/>
        </p:nvCxnSpPr>
        <p:spPr>
          <a:xfrm>
            <a:off x="1137956" y="2431814"/>
            <a:ext cx="10759472" cy="0"/>
          </a:xfrm>
          <a:prstGeom prst="line">
            <a:avLst/>
          </a:prstGeom>
          <a:ln w="571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7BF71B-9357-2B4C-8267-D3D12EBB3D81}"/>
              </a:ext>
            </a:extLst>
          </p:cNvPr>
          <p:cNvSpPr txBox="1"/>
          <p:nvPr/>
        </p:nvSpPr>
        <p:spPr>
          <a:xfrm>
            <a:off x="-247475" y="2055566"/>
            <a:ext cx="131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Contig # 271: 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0C8DE9-B6D3-6B44-91DC-F9D1CB90EC84}"/>
              </a:ext>
            </a:extLst>
          </p:cNvPr>
          <p:cNvSpPr txBox="1"/>
          <p:nvPr/>
        </p:nvSpPr>
        <p:spPr>
          <a:xfrm>
            <a:off x="-221021" y="3072893"/>
            <a:ext cx="1332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Contig # 271: 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BBE875-EEC6-4A42-9F7F-9DA8DE03CD51}"/>
              </a:ext>
            </a:extLst>
          </p:cNvPr>
          <p:cNvSpPr txBox="1"/>
          <p:nvPr/>
        </p:nvSpPr>
        <p:spPr>
          <a:xfrm>
            <a:off x="-776646" y="1091502"/>
            <a:ext cx="178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ref Contig # 271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FC753-4292-FD4E-B7EE-CCE8F0B5425C}"/>
              </a:ext>
            </a:extLst>
          </p:cNvPr>
          <p:cNvSpPr txBox="1"/>
          <p:nvPr/>
        </p:nvSpPr>
        <p:spPr>
          <a:xfrm>
            <a:off x="1114574" y="780698"/>
            <a:ext cx="1078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1    2    3    4    5    6    7    8    9    10    11    12    13    14    15    16    17    18    19    20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B373D2-0496-4A45-926B-9BAFDC0FE552}"/>
              </a:ext>
            </a:extLst>
          </p:cNvPr>
          <p:cNvGraphicFramePr>
            <a:graphicFrameLocks noGrp="1"/>
          </p:cNvGraphicFramePr>
          <p:nvPr/>
        </p:nvGraphicFramePr>
        <p:xfrm>
          <a:off x="233957" y="1526274"/>
          <a:ext cx="825500" cy="218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957847595"/>
                    </a:ext>
                  </a:extLst>
                </a:gridCol>
              </a:tblGrid>
              <a:tr h="21871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103,145.7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9907991"/>
                  </a:ext>
                </a:extLst>
              </a:tr>
            </a:tbl>
          </a:graphicData>
        </a:graphic>
      </p:graphicFrame>
      <p:sp>
        <p:nvSpPr>
          <p:cNvPr id="23" name="Oval 22">
            <a:extLst>
              <a:ext uri="{FF2B5EF4-FFF2-40B4-BE49-F238E27FC236}">
                <a16:creationId xmlns:a16="http://schemas.microsoft.com/office/drawing/2014/main" id="{ED31D708-2853-EB40-81C4-DEF8E18CD3B1}"/>
              </a:ext>
            </a:extLst>
          </p:cNvPr>
          <p:cNvSpPr/>
          <p:nvPr/>
        </p:nvSpPr>
        <p:spPr>
          <a:xfrm>
            <a:off x="1208877" y="1313110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9C5AD3-441C-124D-85F5-B0E637B5B171}"/>
              </a:ext>
            </a:extLst>
          </p:cNvPr>
          <p:cNvSpPr/>
          <p:nvPr/>
        </p:nvSpPr>
        <p:spPr>
          <a:xfrm>
            <a:off x="1624714" y="1307203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FC2169-4603-4049-9990-7C29D1863F77}"/>
              </a:ext>
            </a:extLst>
          </p:cNvPr>
          <p:cNvSpPr/>
          <p:nvPr/>
        </p:nvSpPr>
        <p:spPr>
          <a:xfrm>
            <a:off x="2089089" y="1297022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E275035-8B24-4F48-8BE1-BE2B103C2ADD}"/>
              </a:ext>
            </a:extLst>
          </p:cNvPr>
          <p:cNvSpPr/>
          <p:nvPr/>
        </p:nvSpPr>
        <p:spPr>
          <a:xfrm>
            <a:off x="2522259" y="1295533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7A561F-D3E3-904A-B185-395A298D21D4}"/>
              </a:ext>
            </a:extLst>
          </p:cNvPr>
          <p:cNvSpPr/>
          <p:nvPr/>
        </p:nvSpPr>
        <p:spPr>
          <a:xfrm>
            <a:off x="3008126" y="130344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3EAA81F-BF5C-4B4E-BFB4-EF79913BC689}"/>
              </a:ext>
            </a:extLst>
          </p:cNvPr>
          <p:cNvSpPr/>
          <p:nvPr/>
        </p:nvSpPr>
        <p:spPr>
          <a:xfrm>
            <a:off x="3402471" y="130344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3B582B0-E10B-224F-8462-D5CE95D36A71}"/>
              </a:ext>
            </a:extLst>
          </p:cNvPr>
          <p:cNvSpPr/>
          <p:nvPr/>
        </p:nvSpPr>
        <p:spPr>
          <a:xfrm>
            <a:off x="3846933" y="130195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C0CA386-B1DF-8943-9756-3A994AFF616D}"/>
              </a:ext>
            </a:extLst>
          </p:cNvPr>
          <p:cNvSpPr/>
          <p:nvPr/>
        </p:nvSpPr>
        <p:spPr>
          <a:xfrm>
            <a:off x="4241278" y="1304673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1F5EF2E-3ED8-964D-BFEA-50AD390423FE}"/>
              </a:ext>
            </a:extLst>
          </p:cNvPr>
          <p:cNvSpPr/>
          <p:nvPr/>
        </p:nvSpPr>
        <p:spPr>
          <a:xfrm>
            <a:off x="4661789" y="1301960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74ED8E-A6D7-CB43-BC6C-93F74A8FFF31}"/>
              </a:ext>
            </a:extLst>
          </p:cNvPr>
          <p:cNvSpPr/>
          <p:nvPr/>
        </p:nvSpPr>
        <p:spPr>
          <a:xfrm>
            <a:off x="5094334" y="1309602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C80248-0616-534B-AC2E-B9421ABA6F4A}"/>
              </a:ext>
            </a:extLst>
          </p:cNvPr>
          <p:cNvSpPr/>
          <p:nvPr/>
        </p:nvSpPr>
        <p:spPr>
          <a:xfrm>
            <a:off x="5599917" y="1309602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6F6D85-F817-D74D-90A5-C977EEB3DA16}"/>
              </a:ext>
            </a:extLst>
          </p:cNvPr>
          <p:cNvSpPr/>
          <p:nvPr/>
        </p:nvSpPr>
        <p:spPr>
          <a:xfrm>
            <a:off x="6164622" y="130195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63F5387-63BA-B847-A591-A12D45908777}"/>
              </a:ext>
            </a:extLst>
          </p:cNvPr>
          <p:cNvSpPr/>
          <p:nvPr/>
        </p:nvSpPr>
        <p:spPr>
          <a:xfrm>
            <a:off x="6696288" y="1296210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440F09E-1A0F-284A-9703-77449DDAF748}"/>
              </a:ext>
            </a:extLst>
          </p:cNvPr>
          <p:cNvSpPr/>
          <p:nvPr/>
        </p:nvSpPr>
        <p:spPr>
          <a:xfrm>
            <a:off x="7313375" y="128840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FD97AE1-04C7-844B-A239-E4F2FE2F1D9A}"/>
              </a:ext>
            </a:extLst>
          </p:cNvPr>
          <p:cNvSpPr/>
          <p:nvPr/>
        </p:nvSpPr>
        <p:spPr>
          <a:xfrm>
            <a:off x="7883455" y="1309602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DC78638-44EF-BC46-9C21-AED56E5A157B}"/>
              </a:ext>
            </a:extLst>
          </p:cNvPr>
          <p:cNvSpPr/>
          <p:nvPr/>
        </p:nvSpPr>
        <p:spPr>
          <a:xfrm>
            <a:off x="8535585" y="1315368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9E9C55A-6A9A-1646-A262-5108DD4544A9}"/>
              </a:ext>
            </a:extLst>
          </p:cNvPr>
          <p:cNvSpPr/>
          <p:nvPr/>
        </p:nvSpPr>
        <p:spPr>
          <a:xfrm>
            <a:off x="9071068" y="130830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B2B1873-05F6-5147-BBFA-C08DD254AF68}"/>
              </a:ext>
            </a:extLst>
          </p:cNvPr>
          <p:cNvSpPr/>
          <p:nvPr/>
        </p:nvSpPr>
        <p:spPr>
          <a:xfrm>
            <a:off x="9636547" y="1290760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6651CE-A9F8-0043-A099-0D11F578D911}"/>
              </a:ext>
            </a:extLst>
          </p:cNvPr>
          <p:cNvSpPr/>
          <p:nvPr/>
        </p:nvSpPr>
        <p:spPr>
          <a:xfrm>
            <a:off x="10251266" y="128577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FF6A2B-2977-0F4C-A81D-E9857AD2D49C}"/>
              </a:ext>
            </a:extLst>
          </p:cNvPr>
          <p:cNvSpPr/>
          <p:nvPr/>
        </p:nvSpPr>
        <p:spPr>
          <a:xfrm>
            <a:off x="10879156" y="1280869"/>
            <a:ext cx="197295" cy="23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40E7207-0FD1-9243-A899-F7E3736586B7}"/>
              </a:ext>
            </a:extLst>
          </p:cNvPr>
          <p:cNvSpPr/>
          <p:nvPr/>
        </p:nvSpPr>
        <p:spPr>
          <a:xfrm>
            <a:off x="8514204" y="229885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96F7A22-BDC0-AD4D-9A7F-CAAE245E5E18}"/>
              </a:ext>
            </a:extLst>
          </p:cNvPr>
          <p:cNvSpPr/>
          <p:nvPr/>
        </p:nvSpPr>
        <p:spPr>
          <a:xfrm>
            <a:off x="6803358" y="231855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79F0C7E-836A-6A42-927E-8BBA278A0EE2}"/>
              </a:ext>
            </a:extLst>
          </p:cNvPr>
          <p:cNvSpPr/>
          <p:nvPr/>
        </p:nvSpPr>
        <p:spPr>
          <a:xfrm>
            <a:off x="6200545" y="2326074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7FEB55B-FA67-A24C-9A40-429DEB71671F}"/>
              </a:ext>
            </a:extLst>
          </p:cNvPr>
          <p:cNvSpPr/>
          <p:nvPr/>
        </p:nvSpPr>
        <p:spPr>
          <a:xfrm>
            <a:off x="5671384" y="2318551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7086E8D-57B1-544B-B2EB-787881ABD1C6}"/>
              </a:ext>
            </a:extLst>
          </p:cNvPr>
          <p:cNvSpPr/>
          <p:nvPr/>
        </p:nvSpPr>
        <p:spPr>
          <a:xfrm>
            <a:off x="9657175" y="231854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A9B274D-E61C-374C-BF5F-B7343919987C}"/>
              </a:ext>
            </a:extLst>
          </p:cNvPr>
          <p:cNvSpPr/>
          <p:nvPr/>
        </p:nvSpPr>
        <p:spPr>
          <a:xfrm>
            <a:off x="4720847" y="2318548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47F0A69-3F22-2C48-8D9F-C68C65D58A4B}"/>
              </a:ext>
            </a:extLst>
          </p:cNvPr>
          <p:cNvSpPr/>
          <p:nvPr/>
        </p:nvSpPr>
        <p:spPr>
          <a:xfrm>
            <a:off x="4173093" y="2318552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8334695-498C-964B-B47C-BA5EE02AE413}"/>
              </a:ext>
            </a:extLst>
          </p:cNvPr>
          <p:cNvSpPr/>
          <p:nvPr/>
        </p:nvSpPr>
        <p:spPr>
          <a:xfrm>
            <a:off x="3752246" y="2316615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E2B6F29-A20F-1C45-A30C-704F15458B89}"/>
              </a:ext>
            </a:extLst>
          </p:cNvPr>
          <p:cNvSpPr/>
          <p:nvPr/>
        </p:nvSpPr>
        <p:spPr>
          <a:xfrm>
            <a:off x="2010586" y="2313981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02AC3BA-1B30-5A42-91E9-A0BBA6CA2BF6}"/>
              </a:ext>
            </a:extLst>
          </p:cNvPr>
          <p:cNvSpPr/>
          <p:nvPr/>
        </p:nvSpPr>
        <p:spPr>
          <a:xfrm>
            <a:off x="2499228" y="2312785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7BFCF31-7DF3-0E44-A840-1C73BEF31E57}"/>
              </a:ext>
            </a:extLst>
          </p:cNvPr>
          <p:cNvSpPr/>
          <p:nvPr/>
        </p:nvSpPr>
        <p:spPr>
          <a:xfrm>
            <a:off x="2917295" y="2318554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1CAD750-7DE7-1846-AC9B-8CCF1AF22F53}"/>
              </a:ext>
            </a:extLst>
          </p:cNvPr>
          <p:cNvSpPr/>
          <p:nvPr/>
        </p:nvSpPr>
        <p:spPr>
          <a:xfrm>
            <a:off x="3335362" y="2324838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60376D-D20F-0142-BED2-9EED9202F969}"/>
              </a:ext>
            </a:extLst>
          </p:cNvPr>
          <p:cNvSpPr/>
          <p:nvPr/>
        </p:nvSpPr>
        <p:spPr>
          <a:xfrm>
            <a:off x="1613381" y="232483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091692C-FDCB-3148-9ECD-24EAA6210167}"/>
              </a:ext>
            </a:extLst>
          </p:cNvPr>
          <p:cNvSpPr/>
          <p:nvPr/>
        </p:nvSpPr>
        <p:spPr>
          <a:xfrm>
            <a:off x="1147914" y="232306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C2963D-3DC3-B14B-866E-FBC19FC44E0B}"/>
              </a:ext>
            </a:extLst>
          </p:cNvPr>
          <p:cNvSpPr txBox="1"/>
          <p:nvPr/>
        </p:nvSpPr>
        <p:spPr>
          <a:xfrm>
            <a:off x="1113950" y="1882047"/>
            <a:ext cx="1078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   2    3    4    5    6    7    8     9     D    10   11    12     D      D   13    14    15    16    17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ADEACED-1330-D241-9C3E-706F6246C717}"/>
              </a:ext>
            </a:extLst>
          </p:cNvPr>
          <p:cNvSpPr/>
          <p:nvPr/>
        </p:nvSpPr>
        <p:spPr>
          <a:xfrm>
            <a:off x="9103434" y="2312785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E94501E-0DD8-D544-AE04-A52145698A45}"/>
              </a:ext>
            </a:extLst>
          </p:cNvPr>
          <p:cNvSpPr/>
          <p:nvPr/>
        </p:nvSpPr>
        <p:spPr>
          <a:xfrm>
            <a:off x="10251266" y="229567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A21341F-29F8-6E41-9F4D-1E82EAE0D894}"/>
              </a:ext>
            </a:extLst>
          </p:cNvPr>
          <p:cNvSpPr/>
          <p:nvPr/>
        </p:nvSpPr>
        <p:spPr>
          <a:xfrm>
            <a:off x="10834263" y="2328556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3DB0FDF-D754-B24B-8F31-F7031AD118AD}"/>
              </a:ext>
            </a:extLst>
          </p:cNvPr>
          <p:cNvCxnSpPr>
            <a:cxnSpLocks/>
          </p:cNvCxnSpPr>
          <p:nvPr/>
        </p:nvCxnSpPr>
        <p:spPr>
          <a:xfrm>
            <a:off x="1148642" y="3488194"/>
            <a:ext cx="10759472" cy="0"/>
          </a:xfrm>
          <a:prstGeom prst="line">
            <a:avLst/>
          </a:prstGeom>
          <a:ln w="571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DE08ADF-394C-B34A-94F4-55AFA75ADBA9}"/>
              </a:ext>
            </a:extLst>
          </p:cNvPr>
          <p:cNvSpPr/>
          <p:nvPr/>
        </p:nvSpPr>
        <p:spPr>
          <a:xfrm>
            <a:off x="9107421" y="341317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6FBFAE5-599A-F147-B547-71E86E429A08}"/>
              </a:ext>
            </a:extLst>
          </p:cNvPr>
          <p:cNvSpPr/>
          <p:nvPr/>
        </p:nvSpPr>
        <p:spPr>
          <a:xfrm>
            <a:off x="7908504" y="3414931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2974B3E-3628-DD4D-A08A-42F8FDDB06B4}"/>
              </a:ext>
            </a:extLst>
          </p:cNvPr>
          <p:cNvSpPr/>
          <p:nvPr/>
        </p:nvSpPr>
        <p:spPr>
          <a:xfrm>
            <a:off x="7432354" y="339605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6CCCD5C-DF93-C645-8285-126AE3E6C5AD}"/>
              </a:ext>
            </a:extLst>
          </p:cNvPr>
          <p:cNvSpPr/>
          <p:nvPr/>
        </p:nvSpPr>
        <p:spPr>
          <a:xfrm>
            <a:off x="6322384" y="337769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53FBE47-B237-C64D-9E73-6C84F13E8170}"/>
              </a:ext>
            </a:extLst>
          </p:cNvPr>
          <p:cNvSpPr/>
          <p:nvPr/>
        </p:nvSpPr>
        <p:spPr>
          <a:xfrm>
            <a:off x="5762359" y="3398488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B730C47-46BB-C542-86DB-53902C7F731F}"/>
              </a:ext>
            </a:extLst>
          </p:cNvPr>
          <p:cNvSpPr/>
          <p:nvPr/>
        </p:nvSpPr>
        <p:spPr>
          <a:xfrm>
            <a:off x="5199951" y="3389771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A015232-B172-274D-86C0-566706A6885D}"/>
              </a:ext>
            </a:extLst>
          </p:cNvPr>
          <p:cNvSpPr/>
          <p:nvPr/>
        </p:nvSpPr>
        <p:spPr>
          <a:xfrm>
            <a:off x="4177557" y="339605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5F093D9-74FC-1F4F-9116-21B8FE564B04}"/>
              </a:ext>
            </a:extLst>
          </p:cNvPr>
          <p:cNvSpPr/>
          <p:nvPr/>
        </p:nvSpPr>
        <p:spPr>
          <a:xfrm>
            <a:off x="2554624" y="338713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0985B33-1140-0040-A434-1464764498AD}"/>
              </a:ext>
            </a:extLst>
          </p:cNvPr>
          <p:cNvSpPr/>
          <p:nvPr/>
        </p:nvSpPr>
        <p:spPr>
          <a:xfrm>
            <a:off x="2977215" y="339605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44DBA3B-FCCF-CC49-B3E6-75DE525DAD87}"/>
              </a:ext>
            </a:extLst>
          </p:cNvPr>
          <p:cNvSpPr/>
          <p:nvPr/>
        </p:nvSpPr>
        <p:spPr>
          <a:xfrm>
            <a:off x="3421094" y="3414931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779F782-7373-6A49-A376-D207AA38ADCA}"/>
              </a:ext>
            </a:extLst>
          </p:cNvPr>
          <p:cNvSpPr/>
          <p:nvPr/>
        </p:nvSpPr>
        <p:spPr>
          <a:xfrm>
            <a:off x="3827400" y="339605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570AB97-7DEB-F648-8741-370D9A3BDFDD}"/>
              </a:ext>
            </a:extLst>
          </p:cNvPr>
          <p:cNvSpPr/>
          <p:nvPr/>
        </p:nvSpPr>
        <p:spPr>
          <a:xfrm>
            <a:off x="1612771" y="338417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29589A7-7B8C-0443-B3CE-3DB2C4E9F28F}"/>
              </a:ext>
            </a:extLst>
          </p:cNvPr>
          <p:cNvSpPr/>
          <p:nvPr/>
        </p:nvSpPr>
        <p:spPr>
          <a:xfrm>
            <a:off x="1160306" y="3407634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29392C-CB73-724C-A82E-E5D81FAA1411}"/>
              </a:ext>
            </a:extLst>
          </p:cNvPr>
          <p:cNvSpPr txBox="1"/>
          <p:nvPr/>
        </p:nvSpPr>
        <p:spPr>
          <a:xfrm>
            <a:off x="920658" y="2938427"/>
            <a:ext cx="903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14   13    D   12  11  10  9    8     D    7     6      5      D      4     3   2   D     1   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BE9A53D-A4A6-2441-8C5E-3FFFDF9EFF2A}"/>
              </a:ext>
            </a:extLst>
          </p:cNvPr>
          <p:cNvSpPr/>
          <p:nvPr/>
        </p:nvSpPr>
        <p:spPr>
          <a:xfrm>
            <a:off x="8286006" y="3387136"/>
            <a:ext cx="197295" cy="233629"/>
          </a:xfrm>
          <a:prstGeom prst="ellipse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EAFD76D-6D89-0A46-A348-F31483F4AEDB}"/>
              </a:ext>
            </a:extLst>
          </p:cNvPr>
          <p:cNvSpPr txBox="1"/>
          <p:nvPr/>
        </p:nvSpPr>
        <p:spPr>
          <a:xfrm>
            <a:off x="-267232" y="4193698"/>
            <a:ext cx="1536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+ Molecule: 5442444 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D77FE4A-41EF-2D4A-8E8F-477A4DB39366}"/>
              </a:ext>
            </a:extLst>
          </p:cNvPr>
          <p:cNvCxnSpPr>
            <a:cxnSpLocks/>
          </p:cNvCxnSpPr>
          <p:nvPr/>
        </p:nvCxnSpPr>
        <p:spPr>
          <a:xfrm>
            <a:off x="1202841" y="5947662"/>
            <a:ext cx="10759472" cy="0"/>
          </a:xfrm>
          <a:prstGeom prst="line">
            <a:avLst/>
          </a:prstGeom>
          <a:ln w="571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92D98011-38AD-144E-B38E-2EA3D3307ACC}"/>
              </a:ext>
            </a:extLst>
          </p:cNvPr>
          <p:cNvSpPr/>
          <p:nvPr/>
        </p:nvSpPr>
        <p:spPr>
          <a:xfrm>
            <a:off x="9161620" y="587264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4AEB8BC-613E-0544-8E47-D6EA7C22796F}"/>
              </a:ext>
            </a:extLst>
          </p:cNvPr>
          <p:cNvSpPr/>
          <p:nvPr/>
        </p:nvSpPr>
        <p:spPr>
          <a:xfrm>
            <a:off x="7962703" y="587439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063784E-55FA-F640-8703-5D0744510F47}"/>
              </a:ext>
            </a:extLst>
          </p:cNvPr>
          <p:cNvSpPr/>
          <p:nvPr/>
        </p:nvSpPr>
        <p:spPr>
          <a:xfrm>
            <a:off x="7486553" y="585552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E8B59A8-40B0-EE4B-870C-3E3D176ED909}"/>
              </a:ext>
            </a:extLst>
          </p:cNvPr>
          <p:cNvSpPr/>
          <p:nvPr/>
        </p:nvSpPr>
        <p:spPr>
          <a:xfrm>
            <a:off x="6376583" y="5837158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1BEF20B-411A-7A49-8840-60C59CB57752}"/>
              </a:ext>
            </a:extLst>
          </p:cNvPr>
          <p:cNvSpPr/>
          <p:nvPr/>
        </p:nvSpPr>
        <p:spPr>
          <a:xfrm>
            <a:off x="5816558" y="5857956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6387B7F-C18D-FE46-9D0F-A304EE809E29}"/>
              </a:ext>
            </a:extLst>
          </p:cNvPr>
          <p:cNvSpPr/>
          <p:nvPr/>
        </p:nvSpPr>
        <p:spPr>
          <a:xfrm>
            <a:off x="5254150" y="584923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E426733-0D19-2C41-99CD-87642F587C8B}"/>
              </a:ext>
            </a:extLst>
          </p:cNvPr>
          <p:cNvSpPr/>
          <p:nvPr/>
        </p:nvSpPr>
        <p:spPr>
          <a:xfrm>
            <a:off x="4231756" y="585552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85EB2DB-EF6F-FE45-BDBF-3C30A7BDD790}"/>
              </a:ext>
            </a:extLst>
          </p:cNvPr>
          <p:cNvSpPr/>
          <p:nvPr/>
        </p:nvSpPr>
        <p:spPr>
          <a:xfrm>
            <a:off x="2608823" y="5846605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6F067CD-3BC6-634D-948C-1FA2C2818B54}"/>
              </a:ext>
            </a:extLst>
          </p:cNvPr>
          <p:cNvSpPr/>
          <p:nvPr/>
        </p:nvSpPr>
        <p:spPr>
          <a:xfrm>
            <a:off x="3031414" y="585552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6CC018C-DA2B-3748-95DD-42BFCE2AE0C6}"/>
              </a:ext>
            </a:extLst>
          </p:cNvPr>
          <p:cNvSpPr/>
          <p:nvPr/>
        </p:nvSpPr>
        <p:spPr>
          <a:xfrm>
            <a:off x="3475293" y="587439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8FAD3C8-0290-6A44-876B-732DD6B36314}"/>
              </a:ext>
            </a:extLst>
          </p:cNvPr>
          <p:cNvSpPr/>
          <p:nvPr/>
        </p:nvSpPr>
        <p:spPr>
          <a:xfrm>
            <a:off x="3881599" y="585552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33D4B7F-EE76-7347-ABE6-90A7BD3485E6}"/>
              </a:ext>
            </a:extLst>
          </p:cNvPr>
          <p:cNvSpPr/>
          <p:nvPr/>
        </p:nvSpPr>
        <p:spPr>
          <a:xfrm>
            <a:off x="1666970" y="5843638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579F42D-15C5-524B-86F1-C6D730018818}"/>
              </a:ext>
            </a:extLst>
          </p:cNvPr>
          <p:cNvSpPr/>
          <p:nvPr/>
        </p:nvSpPr>
        <p:spPr>
          <a:xfrm>
            <a:off x="1214505" y="5867102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0E487B0-D08B-474C-84A0-9C9F469103D2}"/>
              </a:ext>
            </a:extLst>
          </p:cNvPr>
          <p:cNvSpPr/>
          <p:nvPr/>
        </p:nvSpPr>
        <p:spPr>
          <a:xfrm>
            <a:off x="8340205" y="5846604"/>
            <a:ext cx="197295" cy="233629"/>
          </a:xfrm>
          <a:prstGeom prst="ellipse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BDADCBE-C768-C94A-88FC-B24E4E0766D0}"/>
              </a:ext>
            </a:extLst>
          </p:cNvPr>
          <p:cNvCxnSpPr>
            <a:cxnSpLocks/>
          </p:cNvCxnSpPr>
          <p:nvPr/>
        </p:nvCxnSpPr>
        <p:spPr>
          <a:xfrm>
            <a:off x="1094023" y="4509529"/>
            <a:ext cx="11866603" cy="0"/>
          </a:xfrm>
          <a:prstGeom prst="line">
            <a:avLst/>
          </a:prstGeom>
          <a:ln w="571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0D1415C2-9A9C-7243-9D91-5363A7D22C7C}"/>
              </a:ext>
            </a:extLst>
          </p:cNvPr>
          <p:cNvSpPr/>
          <p:nvPr/>
        </p:nvSpPr>
        <p:spPr>
          <a:xfrm>
            <a:off x="8612851" y="4376572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974BB8E-263F-C14B-8205-5E3846DC832D}"/>
              </a:ext>
            </a:extLst>
          </p:cNvPr>
          <p:cNvSpPr/>
          <p:nvPr/>
        </p:nvSpPr>
        <p:spPr>
          <a:xfrm>
            <a:off x="6902005" y="4396265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B2C3421-31F3-614B-96C9-67F49E090ACE}"/>
              </a:ext>
            </a:extLst>
          </p:cNvPr>
          <p:cNvSpPr/>
          <p:nvPr/>
        </p:nvSpPr>
        <p:spPr>
          <a:xfrm>
            <a:off x="6299192" y="440378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2C3C653-CE09-5744-AD7C-41DAA8CC7367}"/>
              </a:ext>
            </a:extLst>
          </p:cNvPr>
          <p:cNvSpPr/>
          <p:nvPr/>
        </p:nvSpPr>
        <p:spPr>
          <a:xfrm>
            <a:off x="5770031" y="4396266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648AD6D-553B-8F49-A457-A327D19FD8EA}"/>
              </a:ext>
            </a:extLst>
          </p:cNvPr>
          <p:cNvSpPr/>
          <p:nvPr/>
        </p:nvSpPr>
        <p:spPr>
          <a:xfrm>
            <a:off x="9755822" y="4396264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28DEFA5-2B1B-3A43-B17A-A45DFCB30E41}"/>
              </a:ext>
            </a:extLst>
          </p:cNvPr>
          <p:cNvSpPr/>
          <p:nvPr/>
        </p:nvSpPr>
        <p:spPr>
          <a:xfrm>
            <a:off x="4819494" y="4396263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29CF8F5D-BD05-A64D-ADB3-180782819ECB}"/>
              </a:ext>
            </a:extLst>
          </p:cNvPr>
          <p:cNvSpPr/>
          <p:nvPr/>
        </p:nvSpPr>
        <p:spPr>
          <a:xfrm>
            <a:off x="4271740" y="4396267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8A8E1C8-A6F6-FE4C-9A51-A38044C4F5A8}"/>
              </a:ext>
            </a:extLst>
          </p:cNvPr>
          <p:cNvSpPr/>
          <p:nvPr/>
        </p:nvSpPr>
        <p:spPr>
          <a:xfrm>
            <a:off x="3850893" y="439433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059BA90D-3BFC-5441-9C3A-987E830F6A43}"/>
              </a:ext>
            </a:extLst>
          </p:cNvPr>
          <p:cNvSpPr/>
          <p:nvPr/>
        </p:nvSpPr>
        <p:spPr>
          <a:xfrm>
            <a:off x="2109233" y="4391696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8A64C7A8-9D90-B047-8F11-8308C52CD3CC}"/>
              </a:ext>
            </a:extLst>
          </p:cNvPr>
          <p:cNvSpPr/>
          <p:nvPr/>
        </p:nvSpPr>
        <p:spPr>
          <a:xfrm>
            <a:off x="2597875" y="439050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4862971E-6A72-AE47-BB0D-CF2FB69B0A6D}"/>
              </a:ext>
            </a:extLst>
          </p:cNvPr>
          <p:cNvSpPr/>
          <p:nvPr/>
        </p:nvSpPr>
        <p:spPr>
          <a:xfrm>
            <a:off x="3015942" y="4396269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67D5569-2D11-FD40-871E-5D21451DE828}"/>
              </a:ext>
            </a:extLst>
          </p:cNvPr>
          <p:cNvSpPr/>
          <p:nvPr/>
        </p:nvSpPr>
        <p:spPr>
          <a:xfrm>
            <a:off x="3434009" y="4402553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BD145BA-D06C-DE4A-891D-D21B5568EB24}"/>
              </a:ext>
            </a:extLst>
          </p:cNvPr>
          <p:cNvSpPr/>
          <p:nvPr/>
        </p:nvSpPr>
        <p:spPr>
          <a:xfrm>
            <a:off x="1712028" y="4402554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FA5D6024-F98A-2E45-897E-EA5D072DD1A3}"/>
              </a:ext>
            </a:extLst>
          </p:cNvPr>
          <p:cNvSpPr/>
          <p:nvPr/>
        </p:nvSpPr>
        <p:spPr>
          <a:xfrm>
            <a:off x="1246561" y="4400775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54D5BAD-08E0-0C41-BBAB-BC9D92C0279A}"/>
              </a:ext>
            </a:extLst>
          </p:cNvPr>
          <p:cNvSpPr/>
          <p:nvPr/>
        </p:nvSpPr>
        <p:spPr>
          <a:xfrm>
            <a:off x="9202081" y="4390500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E893F145-E8D2-4347-ACCC-583BD2541810}"/>
              </a:ext>
            </a:extLst>
          </p:cNvPr>
          <p:cNvSpPr/>
          <p:nvPr/>
        </p:nvSpPr>
        <p:spPr>
          <a:xfrm>
            <a:off x="10349913" y="4373394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8516A0EE-ADDC-9545-91D8-61EE0CC0E61B}"/>
              </a:ext>
            </a:extLst>
          </p:cNvPr>
          <p:cNvSpPr/>
          <p:nvPr/>
        </p:nvSpPr>
        <p:spPr>
          <a:xfrm>
            <a:off x="10932910" y="4406271"/>
            <a:ext cx="197295" cy="23362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9B1EC2D-93C6-4243-BC40-8991324E3AEF}"/>
              </a:ext>
            </a:extLst>
          </p:cNvPr>
          <p:cNvSpPr txBox="1"/>
          <p:nvPr/>
        </p:nvSpPr>
        <p:spPr>
          <a:xfrm>
            <a:off x="1167968" y="4591022"/>
            <a:ext cx="1135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1    2    3    4    5    6    7    8      9            10   11    12                     13    14    15    16    17.  18. 19</a:t>
            </a:r>
          </a:p>
        </p:txBody>
      </p:sp>
      <p:graphicFrame>
        <p:nvGraphicFramePr>
          <p:cNvPr id="150" name="Table 149">
            <a:extLst>
              <a:ext uri="{FF2B5EF4-FFF2-40B4-BE49-F238E27FC236}">
                <a16:creationId xmlns:a16="http://schemas.microsoft.com/office/drawing/2014/main" id="{758192DE-BF89-D14D-A07E-2DAD8C2D806F}"/>
              </a:ext>
            </a:extLst>
          </p:cNvPr>
          <p:cNvGraphicFramePr>
            <a:graphicFrameLocks noGrp="1"/>
          </p:cNvGraphicFramePr>
          <p:nvPr/>
        </p:nvGraphicFramePr>
        <p:xfrm>
          <a:off x="954483" y="4930047"/>
          <a:ext cx="584155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155">
                  <a:extLst>
                    <a:ext uri="{9D8B030D-6E8A-4147-A177-3AD203B41FA5}">
                      <a16:colId xmlns:a16="http://schemas.microsoft.com/office/drawing/2014/main" val="418669791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77069.2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3172748"/>
                  </a:ext>
                </a:extLst>
              </a:tr>
            </a:tbl>
          </a:graphicData>
        </a:graphic>
      </p:graphicFrame>
      <p:graphicFrame>
        <p:nvGraphicFramePr>
          <p:cNvPr id="151" name="Table 150">
            <a:extLst>
              <a:ext uri="{FF2B5EF4-FFF2-40B4-BE49-F238E27FC236}">
                <a16:creationId xmlns:a16="http://schemas.microsoft.com/office/drawing/2014/main" id="{38F606DB-787D-D642-B297-7220769CE329}"/>
              </a:ext>
            </a:extLst>
          </p:cNvPr>
          <p:cNvGraphicFramePr>
            <a:graphicFrameLocks noGrp="1"/>
          </p:cNvGraphicFramePr>
          <p:nvPr/>
        </p:nvGraphicFramePr>
        <p:xfrm>
          <a:off x="1407617" y="5090597"/>
          <a:ext cx="584155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155">
                  <a:extLst>
                    <a:ext uri="{9D8B030D-6E8A-4147-A177-3AD203B41FA5}">
                      <a16:colId xmlns:a16="http://schemas.microsoft.com/office/drawing/2014/main" val="407802447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77069.2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6923594"/>
                  </a:ext>
                </a:extLst>
              </a:tr>
            </a:tbl>
          </a:graphicData>
        </a:graphic>
      </p:graphicFrame>
      <p:graphicFrame>
        <p:nvGraphicFramePr>
          <p:cNvPr id="152" name="Table 151">
            <a:extLst>
              <a:ext uri="{FF2B5EF4-FFF2-40B4-BE49-F238E27FC236}">
                <a16:creationId xmlns:a16="http://schemas.microsoft.com/office/drawing/2014/main" id="{7E911AF4-309E-2242-8D51-71269A69E3C4}"/>
              </a:ext>
            </a:extLst>
          </p:cNvPr>
          <p:cNvGraphicFramePr>
            <a:graphicFrameLocks noGrp="1"/>
          </p:cNvGraphicFramePr>
          <p:nvPr/>
        </p:nvGraphicFramePr>
        <p:xfrm>
          <a:off x="1873286" y="4930047"/>
          <a:ext cx="626717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6717">
                  <a:extLst>
                    <a:ext uri="{9D8B030D-6E8A-4147-A177-3AD203B41FA5}">
                      <a16:colId xmlns:a16="http://schemas.microsoft.com/office/drawing/2014/main" val="319011319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103792.4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0606977"/>
                  </a:ext>
                </a:extLst>
              </a:tr>
            </a:tbl>
          </a:graphicData>
        </a:graphic>
      </p:graphicFrame>
      <p:graphicFrame>
        <p:nvGraphicFramePr>
          <p:cNvPr id="153" name="Table 152">
            <a:extLst>
              <a:ext uri="{FF2B5EF4-FFF2-40B4-BE49-F238E27FC236}">
                <a16:creationId xmlns:a16="http://schemas.microsoft.com/office/drawing/2014/main" id="{E02D02EF-273A-C746-93A9-68DF75FF96D0}"/>
              </a:ext>
            </a:extLst>
          </p:cNvPr>
          <p:cNvGraphicFramePr>
            <a:graphicFrameLocks noGrp="1"/>
          </p:cNvGraphicFramePr>
          <p:nvPr/>
        </p:nvGraphicFramePr>
        <p:xfrm>
          <a:off x="11891818" y="5005388"/>
          <a:ext cx="623688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3688">
                  <a:extLst>
                    <a:ext uri="{9D8B030D-6E8A-4147-A177-3AD203B41FA5}">
                      <a16:colId xmlns:a16="http://schemas.microsoft.com/office/drawing/2014/main" val="217694865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250891.4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5723773"/>
                  </a:ext>
                </a:extLst>
              </a:tr>
            </a:tbl>
          </a:graphicData>
        </a:graphic>
      </p:graphicFrame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2EE746BB-CB1D-F840-8120-FE671A754190}"/>
              </a:ext>
            </a:extLst>
          </p:cNvPr>
          <p:cNvGraphicFramePr>
            <a:graphicFrameLocks noGrp="1"/>
          </p:cNvGraphicFramePr>
          <p:nvPr/>
        </p:nvGraphicFramePr>
        <p:xfrm>
          <a:off x="11328550" y="5263853"/>
          <a:ext cx="666474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6474">
                  <a:extLst>
                    <a:ext uri="{9D8B030D-6E8A-4147-A177-3AD203B41FA5}">
                      <a16:colId xmlns:a16="http://schemas.microsoft.com/office/drawing/2014/main" val="255895046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238946.6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5860099"/>
                  </a:ext>
                </a:extLst>
              </a:tr>
            </a:tbl>
          </a:graphicData>
        </a:graphic>
      </p:graphicFrame>
      <p:graphicFrame>
        <p:nvGraphicFramePr>
          <p:cNvPr id="155" name="Table 154">
            <a:extLst>
              <a:ext uri="{FF2B5EF4-FFF2-40B4-BE49-F238E27FC236}">
                <a16:creationId xmlns:a16="http://schemas.microsoft.com/office/drawing/2014/main" id="{21D96528-ADBC-FB4D-ABA9-3FCD914DBCDE}"/>
              </a:ext>
            </a:extLst>
          </p:cNvPr>
          <p:cNvGraphicFramePr>
            <a:graphicFrameLocks noGrp="1"/>
          </p:cNvGraphicFramePr>
          <p:nvPr/>
        </p:nvGraphicFramePr>
        <p:xfrm>
          <a:off x="10736588" y="5010124"/>
          <a:ext cx="679726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9726">
                  <a:extLst>
                    <a:ext uri="{9D8B030D-6E8A-4147-A177-3AD203B41FA5}">
                      <a16:colId xmlns:a16="http://schemas.microsoft.com/office/drawing/2014/main" val="326467569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212477.1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8649810"/>
                  </a:ext>
                </a:extLst>
              </a:tr>
            </a:tbl>
          </a:graphicData>
        </a:graphic>
      </p:graphicFrame>
      <p:sp>
        <p:nvSpPr>
          <p:cNvPr id="156" name="TextBox 155">
            <a:extLst>
              <a:ext uri="{FF2B5EF4-FFF2-40B4-BE49-F238E27FC236}">
                <a16:creationId xmlns:a16="http://schemas.microsoft.com/office/drawing/2014/main" id="{15788FC1-1F68-4548-9595-7EC4FA6BAE4B}"/>
              </a:ext>
            </a:extLst>
          </p:cNvPr>
          <p:cNvSpPr txBox="1"/>
          <p:nvPr/>
        </p:nvSpPr>
        <p:spPr>
          <a:xfrm>
            <a:off x="1097656" y="6121115"/>
            <a:ext cx="9439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1     2            3    4    5    6   7            8     9     10             11  12  13       14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ED3DE74-1903-F04E-A513-3084C172A41B}"/>
              </a:ext>
            </a:extLst>
          </p:cNvPr>
          <p:cNvSpPr txBox="1"/>
          <p:nvPr/>
        </p:nvSpPr>
        <p:spPr>
          <a:xfrm>
            <a:off x="-415521" y="5586722"/>
            <a:ext cx="1536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Molecule: 2934810 </a:t>
            </a:r>
          </a:p>
        </p:txBody>
      </p:sp>
      <p:graphicFrame>
        <p:nvGraphicFramePr>
          <p:cNvPr id="160" name="Table 159">
            <a:extLst>
              <a:ext uri="{FF2B5EF4-FFF2-40B4-BE49-F238E27FC236}">
                <a16:creationId xmlns:a16="http://schemas.microsoft.com/office/drawing/2014/main" id="{733B6C96-A5E7-BB40-88B1-0D965C546567}"/>
              </a:ext>
            </a:extLst>
          </p:cNvPr>
          <p:cNvGraphicFramePr>
            <a:graphicFrameLocks noGrp="1"/>
          </p:cNvGraphicFramePr>
          <p:nvPr/>
        </p:nvGraphicFramePr>
        <p:xfrm>
          <a:off x="761540" y="6485951"/>
          <a:ext cx="584155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155">
                  <a:extLst>
                    <a:ext uri="{9D8B030D-6E8A-4147-A177-3AD203B41FA5}">
                      <a16:colId xmlns:a16="http://schemas.microsoft.com/office/drawing/2014/main" val="378470899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7154.6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76844"/>
                  </a:ext>
                </a:extLst>
              </a:tr>
            </a:tbl>
          </a:graphicData>
        </a:graphic>
      </p:graphicFrame>
      <p:graphicFrame>
        <p:nvGraphicFramePr>
          <p:cNvPr id="161" name="Table 160">
            <a:extLst>
              <a:ext uri="{FF2B5EF4-FFF2-40B4-BE49-F238E27FC236}">
                <a16:creationId xmlns:a16="http://schemas.microsoft.com/office/drawing/2014/main" id="{D41F43A7-254A-E244-8BA4-4F38432D64E6}"/>
              </a:ext>
            </a:extLst>
          </p:cNvPr>
          <p:cNvGraphicFramePr>
            <a:graphicFrameLocks noGrp="1"/>
          </p:cNvGraphicFramePr>
          <p:nvPr/>
        </p:nvGraphicFramePr>
        <p:xfrm>
          <a:off x="1397267" y="6642010"/>
          <a:ext cx="518736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736">
                  <a:extLst>
                    <a:ext uri="{9D8B030D-6E8A-4147-A177-3AD203B41FA5}">
                      <a16:colId xmlns:a16="http://schemas.microsoft.com/office/drawing/2014/main" val="318739964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9414.2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5076614"/>
                  </a:ext>
                </a:extLst>
              </a:tr>
            </a:tbl>
          </a:graphicData>
        </a:graphic>
      </p:graphicFrame>
      <p:graphicFrame>
        <p:nvGraphicFramePr>
          <p:cNvPr id="162" name="Table 161">
            <a:extLst>
              <a:ext uri="{FF2B5EF4-FFF2-40B4-BE49-F238E27FC236}">
                <a16:creationId xmlns:a16="http://schemas.microsoft.com/office/drawing/2014/main" id="{627F35D1-6429-C744-8EC1-DC6F637564B1}"/>
              </a:ext>
            </a:extLst>
          </p:cNvPr>
          <p:cNvGraphicFramePr>
            <a:graphicFrameLocks noGrp="1"/>
          </p:cNvGraphicFramePr>
          <p:nvPr/>
        </p:nvGraphicFramePr>
        <p:xfrm>
          <a:off x="1868047" y="6477930"/>
          <a:ext cx="518736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736">
                  <a:extLst>
                    <a:ext uri="{9D8B030D-6E8A-4147-A177-3AD203B41FA5}">
                      <a16:colId xmlns:a16="http://schemas.microsoft.com/office/drawing/2014/main" val="37994712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15233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8722040"/>
                  </a:ext>
                </a:extLst>
              </a:tr>
            </a:tbl>
          </a:graphicData>
        </a:graphic>
      </p:graphicFrame>
      <p:graphicFrame>
        <p:nvGraphicFramePr>
          <p:cNvPr id="163" name="Table 162">
            <a:extLst>
              <a:ext uri="{FF2B5EF4-FFF2-40B4-BE49-F238E27FC236}">
                <a16:creationId xmlns:a16="http://schemas.microsoft.com/office/drawing/2014/main" id="{17B60265-4D1A-C24F-B2CC-7AAD459601F4}"/>
              </a:ext>
            </a:extLst>
          </p:cNvPr>
          <p:cNvGraphicFramePr>
            <a:graphicFrameLocks noGrp="1"/>
          </p:cNvGraphicFramePr>
          <p:nvPr/>
        </p:nvGraphicFramePr>
        <p:xfrm>
          <a:off x="8965430" y="6494267"/>
          <a:ext cx="660501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501">
                  <a:extLst>
                    <a:ext uri="{9D8B030D-6E8A-4147-A177-3AD203B41FA5}">
                      <a16:colId xmlns:a16="http://schemas.microsoft.com/office/drawing/2014/main" val="120735607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152060.5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0565986"/>
                  </a:ext>
                </a:extLst>
              </a:tr>
            </a:tbl>
          </a:graphicData>
        </a:graphic>
      </p:graphicFrame>
      <p:graphicFrame>
        <p:nvGraphicFramePr>
          <p:cNvPr id="164" name="Table 163">
            <a:extLst>
              <a:ext uri="{FF2B5EF4-FFF2-40B4-BE49-F238E27FC236}">
                <a16:creationId xmlns:a16="http://schemas.microsoft.com/office/drawing/2014/main" id="{41AD33AF-CC69-7547-9429-43D5E7F33F54}"/>
              </a:ext>
            </a:extLst>
          </p:cNvPr>
          <p:cNvGraphicFramePr>
            <a:graphicFrameLocks noGrp="1"/>
          </p:cNvGraphicFramePr>
          <p:nvPr/>
        </p:nvGraphicFramePr>
        <p:xfrm>
          <a:off x="8254762" y="6676218"/>
          <a:ext cx="692978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2978">
                  <a:extLst>
                    <a:ext uri="{9D8B030D-6E8A-4147-A177-3AD203B41FA5}">
                      <a16:colId xmlns:a16="http://schemas.microsoft.com/office/drawing/2014/main" val="377369513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111263.4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3867672"/>
                  </a:ext>
                </a:extLst>
              </a:tr>
            </a:tbl>
          </a:graphicData>
        </a:graphic>
      </p:graphicFrame>
      <p:graphicFrame>
        <p:nvGraphicFramePr>
          <p:cNvPr id="165" name="Table 164">
            <a:extLst>
              <a:ext uri="{FF2B5EF4-FFF2-40B4-BE49-F238E27FC236}">
                <a16:creationId xmlns:a16="http://schemas.microsoft.com/office/drawing/2014/main" id="{118CE071-B842-3F40-89C2-A7D8B867A2D4}"/>
              </a:ext>
            </a:extLst>
          </p:cNvPr>
          <p:cNvGraphicFramePr>
            <a:graphicFrameLocks noGrp="1"/>
          </p:cNvGraphicFramePr>
          <p:nvPr/>
        </p:nvGraphicFramePr>
        <p:xfrm>
          <a:off x="7787234" y="6494267"/>
          <a:ext cx="548232" cy="20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232">
                  <a:extLst>
                    <a:ext uri="{9D8B030D-6E8A-4147-A177-3AD203B41FA5}">
                      <a16:colId xmlns:a16="http://schemas.microsoft.com/office/drawing/2014/main" val="233448335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106201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0920959"/>
                  </a:ext>
                </a:extLst>
              </a:tr>
            </a:tbl>
          </a:graphicData>
        </a:graphic>
      </p:graphicFrame>
      <p:sp>
        <p:nvSpPr>
          <p:cNvPr id="166" name="TextBox 165">
            <a:extLst>
              <a:ext uri="{FF2B5EF4-FFF2-40B4-BE49-F238E27FC236}">
                <a16:creationId xmlns:a16="http://schemas.microsoft.com/office/drawing/2014/main" id="{FAF88820-3BD8-064B-BCAA-A79D3E08C8E9}"/>
              </a:ext>
            </a:extLst>
          </p:cNvPr>
          <p:cNvSpPr txBox="1"/>
          <p:nvPr/>
        </p:nvSpPr>
        <p:spPr>
          <a:xfrm>
            <a:off x="1094023" y="3550797"/>
            <a:ext cx="860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M.    M.     D      M.   M    M.   M.    M.    D.      M.     M.     M.      D.        M.    M.   I.     D.     M 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9D3BB8D-9FAB-1C40-A278-AF21B8EF00C8}"/>
              </a:ext>
            </a:extLst>
          </p:cNvPr>
          <p:cNvSpPr txBox="1"/>
          <p:nvPr/>
        </p:nvSpPr>
        <p:spPr>
          <a:xfrm>
            <a:off x="1104806" y="2469897"/>
            <a:ext cx="998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M.    M.    M     M.   M    M.   M.   M.     M.     D.     M.     M.      M.        D.        D.      M.       M.     M.       M.    M </a:t>
            </a:r>
          </a:p>
        </p:txBody>
      </p:sp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59470EEF-95F1-0548-80B9-026EB0588504}"/>
              </a:ext>
            </a:extLst>
          </p:cNvPr>
          <p:cNvGraphicFramePr>
            <a:graphicFrameLocks noGrp="1"/>
          </p:cNvGraphicFramePr>
          <p:nvPr/>
        </p:nvGraphicFramePr>
        <p:xfrm>
          <a:off x="11226650" y="1470216"/>
          <a:ext cx="987846" cy="2470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7846">
                  <a:extLst>
                    <a:ext uri="{9D8B030D-6E8A-4147-A177-3AD203B41FA5}">
                      <a16:colId xmlns:a16="http://schemas.microsoft.com/office/drawing/2014/main" val="2347185455"/>
                    </a:ext>
                  </a:extLst>
                </a:gridCol>
              </a:tblGrid>
              <a:tr h="24708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38,643,782.5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9006968"/>
                  </a:ext>
                </a:extLst>
              </a:tr>
            </a:tbl>
          </a:graphicData>
        </a:graphic>
      </p:graphicFrame>
      <p:sp>
        <p:nvSpPr>
          <p:cNvPr id="172" name="Oval 171">
            <a:extLst>
              <a:ext uri="{FF2B5EF4-FFF2-40B4-BE49-F238E27FC236}">
                <a16:creationId xmlns:a16="http://schemas.microsoft.com/office/drawing/2014/main" id="{705DC054-CBDD-7241-8FE7-7436A5C28F3C}"/>
              </a:ext>
            </a:extLst>
          </p:cNvPr>
          <p:cNvSpPr/>
          <p:nvPr/>
        </p:nvSpPr>
        <p:spPr>
          <a:xfrm>
            <a:off x="11464492" y="4383170"/>
            <a:ext cx="197295" cy="233629"/>
          </a:xfrm>
          <a:prstGeom prst="ellipse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5BAFC21A-030C-D04F-B887-B30F06F0C895}"/>
              </a:ext>
            </a:extLst>
          </p:cNvPr>
          <p:cNvSpPr/>
          <p:nvPr/>
        </p:nvSpPr>
        <p:spPr>
          <a:xfrm>
            <a:off x="11951447" y="4383169"/>
            <a:ext cx="197295" cy="233629"/>
          </a:xfrm>
          <a:prstGeom prst="ellipse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FF00"/>
                </a:solidFill>
              </a:ln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75" name="Picture 174">
            <a:extLst>
              <a:ext uri="{FF2B5EF4-FFF2-40B4-BE49-F238E27FC236}">
                <a16:creationId xmlns:a16="http://schemas.microsoft.com/office/drawing/2014/main" id="{DF7D088F-D2BD-3841-B909-BE7F30D37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19" t="44558" b="18000"/>
          <a:stretch/>
        </p:blipFill>
        <p:spPr>
          <a:xfrm>
            <a:off x="-808746" y="3947642"/>
            <a:ext cx="15558416" cy="325593"/>
          </a:xfrm>
          <a:prstGeom prst="rect">
            <a:avLst/>
          </a:prstGeom>
        </p:spPr>
      </p:pic>
      <p:sp>
        <p:nvSpPr>
          <p:cNvPr id="177" name="Left Brace 176">
            <a:extLst>
              <a:ext uri="{FF2B5EF4-FFF2-40B4-BE49-F238E27FC236}">
                <a16:creationId xmlns:a16="http://schemas.microsoft.com/office/drawing/2014/main" id="{DD2552DB-511F-EB46-987A-6B53AAB50310}"/>
              </a:ext>
            </a:extLst>
          </p:cNvPr>
          <p:cNvSpPr/>
          <p:nvPr/>
        </p:nvSpPr>
        <p:spPr>
          <a:xfrm rot="5400000">
            <a:off x="11580649" y="3795586"/>
            <a:ext cx="486892" cy="6492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E31B256-0B80-EE42-94E8-3D925547A8AB}"/>
              </a:ext>
            </a:extLst>
          </p:cNvPr>
          <p:cNvSpPr txBox="1"/>
          <p:nvPr/>
        </p:nvSpPr>
        <p:spPr>
          <a:xfrm>
            <a:off x="11524678" y="360073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clipper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522FB2A-3A0C-2B4E-941F-2D90ED992AF8}"/>
              </a:ext>
            </a:extLst>
          </p:cNvPr>
          <p:cNvSpPr txBox="1"/>
          <p:nvPr/>
        </p:nvSpPr>
        <p:spPr>
          <a:xfrm>
            <a:off x="-1291968" y="1697916"/>
            <a:ext cx="35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Alignment string: (1,1)(2,2)(3,3)(4,4)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2A7D83E-63B4-2448-9645-F5E9CCDE82F6}"/>
              </a:ext>
            </a:extLst>
          </p:cNvPr>
          <p:cNvSpPr txBox="1"/>
          <p:nvPr/>
        </p:nvSpPr>
        <p:spPr>
          <a:xfrm>
            <a:off x="-1338959" y="2776506"/>
            <a:ext cx="404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Alignment string: (1,14)(2,13)(4,12)(5,11)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496EBC-D638-A144-A99A-909492AEC6C3}"/>
              </a:ext>
            </a:extLst>
          </p:cNvPr>
          <p:cNvCxnSpPr/>
          <p:nvPr/>
        </p:nvCxnSpPr>
        <p:spPr>
          <a:xfrm>
            <a:off x="11925061" y="1285779"/>
            <a:ext cx="10355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949538FF-3081-0F49-BBD7-FCF08D50A7CF}"/>
              </a:ext>
            </a:extLst>
          </p:cNvPr>
          <p:cNvSpPr/>
          <p:nvPr/>
        </p:nvSpPr>
        <p:spPr>
          <a:xfrm rot="10800000">
            <a:off x="12214496" y="2295679"/>
            <a:ext cx="308807" cy="13050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Left Brace 125">
            <a:extLst>
              <a:ext uri="{FF2B5EF4-FFF2-40B4-BE49-F238E27FC236}">
                <a16:creationId xmlns:a16="http://schemas.microsoft.com/office/drawing/2014/main" id="{1C10B672-8E3D-524C-A0CF-BBC744A63EB1}"/>
              </a:ext>
            </a:extLst>
          </p:cNvPr>
          <p:cNvSpPr/>
          <p:nvPr/>
        </p:nvSpPr>
        <p:spPr>
          <a:xfrm rot="10800000">
            <a:off x="13181891" y="4516863"/>
            <a:ext cx="308807" cy="13050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881ED5-C73C-8741-B804-A00E0B801474}"/>
              </a:ext>
            </a:extLst>
          </p:cNvPr>
          <p:cNvSpPr/>
          <p:nvPr/>
        </p:nvSpPr>
        <p:spPr>
          <a:xfrm>
            <a:off x="13457417" y="4948581"/>
            <a:ext cx="1954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exp_refineFinal1_contig271_q.cmap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8B3E7-6A71-4040-837E-13BB680CA1E0}"/>
              </a:ext>
            </a:extLst>
          </p:cNvPr>
          <p:cNvSpPr txBox="1"/>
          <p:nvPr/>
        </p:nvSpPr>
        <p:spPr>
          <a:xfrm>
            <a:off x="13146303" y="1011992"/>
            <a:ext cx="1523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exp_refineFinal1_contig271_r.cmap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3F20F2-2D64-BF49-96D8-960BFF83F2FE}"/>
              </a:ext>
            </a:extLst>
          </p:cNvPr>
          <p:cNvSpPr txBox="1"/>
          <p:nvPr/>
        </p:nvSpPr>
        <p:spPr>
          <a:xfrm>
            <a:off x="13181891" y="2412492"/>
            <a:ext cx="1643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exp_refineFinal1_contig271.xmap</a:t>
            </a:r>
          </a:p>
        </p:txBody>
      </p:sp>
    </p:spTree>
    <p:extLst>
      <p:ext uri="{BB962C8B-B14F-4D97-AF65-F5344CB8AC3E}">
        <p14:creationId xmlns:p14="http://schemas.microsoft.com/office/powerpoint/2010/main" val="221265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97492A7-6513-486F-A168-1A6628820D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5"/>
          <a:stretch/>
        </p:blipFill>
        <p:spPr>
          <a:xfrm>
            <a:off x="367645" y="1242136"/>
            <a:ext cx="10691672" cy="23458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03311"/>
            <a:ext cx="10515600" cy="1325563"/>
          </a:xfrm>
        </p:spPr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Xmap</a:t>
            </a:r>
            <a:r>
              <a:rPr lang="en-US" dirty="0"/>
              <a:t>: All contigs aligned to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74464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Contig</a:t>
            </a:r>
            <a:r>
              <a:rPr lang="en-US"/>
              <a:t>/Molecule ID corresponds to </a:t>
            </a:r>
            <a:r>
              <a:rPr lang="en-US" err="1"/>
              <a:t>qmap</a:t>
            </a:r>
            <a:endParaRPr lang="en-US"/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1548384" y="3512606"/>
            <a:ext cx="471598" cy="10472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2157985" y="3417755"/>
            <a:ext cx="680876" cy="7031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87733" y="3771250"/>
            <a:ext cx="1743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 Chromosome 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3133344" y="3512606"/>
            <a:ext cx="292608" cy="2071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3177216" y="3496969"/>
            <a:ext cx="907946" cy="2086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 flipH="1">
            <a:off x="3133344" y="3476815"/>
            <a:ext cx="3239834" cy="2094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8912" y="5474208"/>
            <a:ext cx="4693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These columns tell you the start and end of the query (which is the </a:t>
            </a:r>
            <a:r>
              <a:rPr lang="en-US" err="1"/>
              <a:t>contig</a:t>
            </a:r>
            <a:r>
              <a:rPr lang="en-US"/>
              <a:t> or molecule). The orientation tells you + if they match the reference and – if its reversed (end of query matches the start of ref then)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7430" y="3791830"/>
            <a:ext cx="1719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Reference start/end</a:t>
            </a:r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4998720" y="3512606"/>
            <a:ext cx="443292" cy="46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78752" y="3852672"/>
            <a:ext cx="31333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tells you nick site by nick site whether it matched the reference M, had a deletion D, or has an insertion not on the reference I.</a:t>
            </a:r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7767962" y="3512606"/>
            <a:ext cx="168675" cy="45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FE0FFC0-2870-49BB-AF93-3E67831595E9}"/>
              </a:ext>
            </a:extLst>
          </p:cNvPr>
          <p:cNvCxnSpPr>
            <a:cxnSpLocks/>
          </p:cNvCxnSpPr>
          <p:nvPr/>
        </p:nvCxnSpPr>
        <p:spPr>
          <a:xfrm>
            <a:off x="10439430" y="3417755"/>
            <a:ext cx="168675" cy="45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581159-7962-4D15-B063-244B7D5E6D09}"/>
              </a:ext>
            </a:extLst>
          </p:cNvPr>
          <p:cNvSpPr txBox="1"/>
          <p:nvPr/>
        </p:nvSpPr>
        <p:spPr>
          <a:xfrm>
            <a:off x="10251448" y="3827788"/>
            <a:ext cx="1940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How do the nick sites match up</a:t>
            </a:r>
          </a:p>
          <a:p>
            <a:r>
              <a:rPr lang="en-US"/>
              <a:t>(reference, contig)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A3EC94-89D4-4C3F-B3DA-A88740F38D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761"/>
          <a:stretch/>
        </p:blipFill>
        <p:spPr>
          <a:xfrm>
            <a:off x="9328071" y="83728"/>
            <a:ext cx="2700003" cy="102608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E56458-4C87-11CC-075F-EF3CB87CD496}"/>
              </a:ext>
            </a:extLst>
          </p:cNvPr>
          <p:cNvSpPr txBox="1"/>
          <p:nvPr/>
        </p:nvSpPr>
        <p:spPr>
          <a:xfrm>
            <a:off x="2331065" y="817702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exp_refineFinal1_merged.xmap</a:t>
            </a:r>
          </a:p>
        </p:txBody>
      </p:sp>
    </p:spTree>
    <p:extLst>
      <p:ext uri="{BB962C8B-B14F-4D97-AF65-F5344CB8AC3E}">
        <p14:creationId xmlns:p14="http://schemas.microsoft.com/office/powerpoint/2010/main" val="136875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A077F0-4D42-4D1A-A03C-589D7737A9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37"/>
          <a:stretch/>
        </p:blipFill>
        <p:spPr>
          <a:xfrm>
            <a:off x="1651248" y="1214246"/>
            <a:ext cx="9211825" cy="27470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6"/>
            <a:ext cx="10515600" cy="1325563"/>
          </a:xfrm>
        </p:spPr>
        <p:txBody>
          <a:bodyPr/>
          <a:lstStyle/>
          <a:p>
            <a:r>
              <a:rPr lang="en-US"/>
              <a:t>File types: Contig to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1248" y="906119"/>
            <a:ext cx="1133856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q.cmap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1248" y="3908154"/>
            <a:ext cx="89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r.cmap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033B36-BE6A-4BEE-928B-E3D8448CD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48" y="4193739"/>
            <a:ext cx="8957569" cy="29000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07E656-4E5E-4170-9E3D-42A54687E4F9}"/>
              </a:ext>
            </a:extLst>
          </p:cNvPr>
          <p:cNvCxnSpPr/>
          <p:nvPr/>
        </p:nvCxnSpPr>
        <p:spPr>
          <a:xfrm>
            <a:off x="1074198" y="3213717"/>
            <a:ext cx="772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8A49E7-AB96-4F00-A151-F2745E76050F}"/>
              </a:ext>
            </a:extLst>
          </p:cNvPr>
          <p:cNvCxnSpPr/>
          <p:nvPr/>
        </p:nvCxnSpPr>
        <p:spPr>
          <a:xfrm>
            <a:off x="1074198" y="6082684"/>
            <a:ext cx="772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233B75-C448-4D73-98F4-51B5818248CE}"/>
              </a:ext>
            </a:extLst>
          </p:cNvPr>
          <p:cNvSpPr txBox="1"/>
          <p:nvPr/>
        </p:nvSpPr>
        <p:spPr>
          <a:xfrm>
            <a:off x="54118" y="2874275"/>
            <a:ext cx="1614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Number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C7683E-CCC1-4195-AEDE-582E7A49DC4F}"/>
              </a:ext>
            </a:extLst>
          </p:cNvPr>
          <p:cNvSpPr txBox="1"/>
          <p:nvPr/>
        </p:nvSpPr>
        <p:spPr>
          <a:xfrm>
            <a:off x="727969" y="579711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Chr</a:t>
            </a:r>
            <a:r>
              <a:rPr lang="en-US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3023" y="3429000"/>
            <a:ext cx="4291584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_</a:t>
            </a:r>
            <a:r>
              <a:rPr lang="en-US" err="1"/>
              <a:t>q.maps</a:t>
            </a:r>
            <a:r>
              <a:rPr lang="en-US"/>
              <a:t> correspond to the molecules or </a:t>
            </a:r>
            <a:r>
              <a:rPr lang="en-US" err="1"/>
              <a:t>contigs</a:t>
            </a:r>
            <a:r>
              <a:rPr lang="en-US"/>
              <a:t>, each molecule has several rows</a:t>
            </a:r>
          </a:p>
          <a:p>
            <a:r>
              <a:rPr lang="en-US" err="1"/>
              <a:t>ColA</a:t>
            </a:r>
            <a:r>
              <a:rPr lang="en-US"/>
              <a:t> has the </a:t>
            </a:r>
            <a:r>
              <a:rPr lang="en-US" err="1"/>
              <a:t>contig</a:t>
            </a:r>
            <a:r>
              <a:rPr lang="en-US"/>
              <a:t>/molecule ID, the </a:t>
            </a:r>
            <a:r>
              <a:rPr lang="en-US" err="1"/>
              <a:t>NumSites</a:t>
            </a:r>
            <a:r>
              <a:rPr lang="en-US"/>
              <a:t> col C has the total number of rows that will correspond, the column over counts up to that number, col B has the length, the 6</a:t>
            </a:r>
            <a:r>
              <a:rPr lang="en-US" baseline="30000"/>
              <a:t>th</a:t>
            </a:r>
            <a:r>
              <a:rPr lang="en-US"/>
              <a:t> column has the position of the nick sites</a:t>
            </a:r>
          </a:p>
          <a:p>
            <a:endParaRPr lang="en-US"/>
          </a:p>
          <a:p>
            <a:r>
              <a:rPr lang="en-US"/>
              <a:t>_</a:t>
            </a:r>
            <a:r>
              <a:rPr lang="en-US" err="1"/>
              <a:t>r.maps</a:t>
            </a:r>
            <a:r>
              <a:rPr lang="en-US"/>
              <a:t> have the reference information, and similar columns to the q maps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A585D9-FA77-442C-96A8-1C915EFF2F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761"/>
          <a:stretch/>
        </p:blipFill>
        <p:spPr>
          <a:xfrm>
            <a:off x="9258815" y="175757"/>
            <a:ext cx="2700003" cy="102608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E3A021-2486-9BB5-BD5F-686997B43D0E}"/>
              </a:ext>
            </a:extLst>
          </p:cNvPr>
          <p:cNvSpPr txBox="1"/>
          <p:nvPr/>
        </p:nvSpPr>
        <p:spPr>
          <a:xfrm>
            <a:off x="2541264" y="3920169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exp_refineFinal1_merged _</a:t>
            </a:r>
            <a:r>
              <a:rPr lang="en-US" err="1"/>
              <a:t>r.cmap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38AA24-A65E-4133-8D1C-EC01A675832A}"/>
              </a:ext>
            </a:extLst>
          </p:cNvPr>
          <p:cNvSpPr txBox="1"/>
          <p:nvPr/>
        </p:nvSpPr>
        <p:spPr>
          <a:xfrm>
            <a:off x="2541264" y="914739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exp_refineFinal1_merged _</a:t>
            </a:r>
            <a:r>
              <a:rPr lang="en-US" dirty="0" err="1"/>
              <a:t>q.cmap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75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A4F4-AD53-47DE-AD53-4557163C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/>
              <a:t>File Types: Molecules to Contig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951C85-4B0B-4CD7-A664-6954DCC8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11" y="4664067"/>
            <a:ext cx="12192000" cy="2193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4B9AE0-C61A-4756-B1F4-C6DA385705D1}"/>
              </a:ext>
            </a:extLst>
          </p:cNvPr>
          <p:cNvSpPr txBox="1"/>
          <p:nvPr/>
        </p:nvSpPr>
        <p:spPr>
          <a:xfrm>
            <a:off x="0" y="4277438"/>
            <a:ext cx="81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r.cmap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F7E59FD-994B-4460-94CA-7F3E7E93B9E7}"/>
              </a:ext>
            </a:extLst>
          </p:cNvPr>
          <p:cNvCxnSpPr/>
          <p:nvPr/>
        </p:nvCxnSpPr>
        <p:spPr>
          <a:xfrm>
            <a:off x="479394" y="6040143"/>
            <a:ext cx="772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8A9072-D202-4721-8A14-EE6C306D3A3C}"/>
              </a:ext>
            </a:extLst>
          </p:cNvPr>
          <p:cNvSpPr txBox="1"/>
          <p:nvPr/>
        </p:nvSpPr>
        <p:spPr>
          <a:xfrm>
            <a:off x="-362281" y="5761033"/>
            <a:ext cx="1614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FCAFC-A700-40D7-BA2D-9AF166CBC7CD}"/>
              </a:ext>
            </a:extLst>
          </p:cNvPr>
          <p:cNvSpPr txBox="1"/>
          <p:nvPr/>
        </p:nvSpPr>
        <p:spPr>
          <a:xfrm>
            <a:off x="0" y="2700562"/>
            <a:ext cx="1133856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q.cmap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768398-045D-4C1C-BA1E-0A1DEBE9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11" y="1224187"/>
            <a:ext cx="11601450" cy="1476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058617-BED7-4C41-95E9-BF05DC192695}"/>
              </a:ext>
            </a:extLst>
          </p:cNvPr>
          <p:cNvSpPr txBox="1"/>
          <p:nvPr/>
        </p:nvSpPr>
        <p:spPr>
          <a:xfrm>
            <a:off x="-10861" y="837738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xmap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D58272-C6A4-4C1A-9618-201A0686F2FB}"/>
              </a:ext>
            </a:extLst>
          </p:cNvPr>
          <p:cNvCxnSpPr>
            <a:cxnSpLocks/>
          </p:cNvCxnSpPr>
          <p:nvPr/>
        </p:nvCxnSpPr>
        <p:spPr>
          <a:xfrm>
            <a:off x="681597" y="1845642"/>
            <a:ext cx="1309343" cy="229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DEEE808-8056-4E7E-86CB-C057A270AA45}"/>
              </a:ext>
            </a:extLst>
          </p:cNvPr>
          <p:cNvSpPr txBox="1"/>
          <p:nvPr/>
        </p:nvSpPr>
        <p:spPr>
          <a:xfrm>
            <a:off x="-361919" y="154710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Molecule IDs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876FAB-5F1C-4F92-A8CB-6D43FAA59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11" y="2933152"/>
            <a:ext cx="14496608" cy="1288172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F4F464-0D0C-428B-A633-685BF804841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220935" y="1039521"/>
            <a:ext cx="1072456" cy="692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C1D427-894C-4DC3-9B24-A939FB47DF0E}"/>
              </a:ext>
            </a:extLst>
          </p:cNvPr>
          <p:cNvSpPr txBox="1"/>
          <p:nvPr/>
        </p:nvSpPr>
        <p:spPr>
          <a:xfrm>
            <a:off x="4293391" y="854855"/>
            <a:ext cx="1802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 is now Contig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74059B-E252-4A2D-9F74-ABBC2C27D055}"/>
              </a:ext>
            </a:extLst>
          </p:cNvPr>
          <p:cNvCxnSpPr>
            <a:cxnSpLocks/>
          </p:cNvCxnSpPr>
          <p:nvPr/>
        </p:nvCxnSpPr>
        <p:spPr>
          <a:xfrm>
            <a:off x="689972" y="1845642"/>
            <a:ext cx="443884" cy="1731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04F1E27-E699-489F-B20F-ED0C19F693A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1366"/>
          <a:stretch/>
        </p:blipFill>
        <p:spPr>
          <a:xfrm>
            <a:off x="9573090" y="69520"/>
            <a:ext cx="2421647" cy="1186522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2BB793-C1EF-23D3-71FC-48AB69BA257E}"/>
              </a:ext>
            </a:extLst>
          </p:cNvPr>
          <p:cNvSpPr txBox="1"/>
          <p:nvPr/>
        </p:nvSpPr>
        <p:spPr>
          <a:xfrm>
            <a:off x="668031" y="837738"/>
            <a:ext cx="793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exp_refineFinal1_contig2671.xmap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92AA3-C9B7-C9D9-0E99-0CC75887265B}"/>
              </a:ext>
            </a:extLst>
          </p:cNvPr>
          <p:cNvSpPr txBox="1"/>
          <p:nvPr/>
        </p:nvSpPr>
        <p:spPr>
          <a:xfrm>
            <a:off x="358761" y="2653273"/>
            <a:ext cx="793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	 exp_refineFinal1_contig2671_q.cmap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D88597-0C84-A43B-1340-E7FC75F4DB18}"/>
              </a:ext>
            </a:extLst>
          </p:cNvPr>
          <p:cNvSpPr txBox="1"/>
          <p:nvPr/>
        </p:nvSpPr>
        <p:spPr>
          <a:xfrm>
            <a:off x="358761" y="4277438"/>
            <a:ext cx="793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	 exp_refineFinal1_contig2671_r.cmap</a:t>
            </a:r>
          </a:p>
        </p:txBody>
      </p:sp>
    </p:spTree>
    <p:extLst>
      <p:ext uri="{BB962C8B-B14F-4D97-AF65-F5344CB8AC3E}">
        <p14:creationId xmlns:p14="http://schemas.microsoft.com/office/powerpoint/2010/main" val="134204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CB89029-C742-4FCB-8C89-482392DA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937"/>
            <a:ext cx="4673966" cy="41771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B78707-5109-4D19-87D7-C31F70D5C6B7}"/>
              </a:ext>
            </a:extLst>
          </p:cNvPr>
          <p:cNvSpPr txBox="1"/>
          <p:nvPr/>
        </p:nvSpPr>
        <p:spPr>
          <a:xfrm>
            <a:off x="0" y="877489"/>
            <a:ext cx="12553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\output\contigs\exp_refineFinal1\alignref_final\EXP_REFINEFINAL1.xmap, EXP_REFINEFINAL1_q.cmap, EXP_REFINEFINAL1_r.cmap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9FEC2-2F87-4A8E-8668-466A87292D62}"/>
              </a:ext>
            </a:extLst>
          </p:cNvPr>
          <p:cNvSpPr txBox="1"/>
          <p:nvPr/>
        </p:nvSpPr>
        <p:spPr>
          <a:xfrm>
            <a:off x="280756" y="6256646"/>
            <a:ext cx="8067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grep -v "#" EXP_REFINEFINAL1.xmap |awk '$2==272' &gt; Contig272_xmapRow.txt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E8B3C-04B5-4EEE-B01C-24E6E641541D}"/>
              </a:ext>
            </a:extLst>
          </p:cNvPr>
          <p:cNvSpPr txBox="1"/>
          <p:nvPr/>
        </p:nvSpPr>
        <p:spPr>
          <a:xfrm>
            <a:off x="7118346" y="4030445"/>
            <a:ext cx="44206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Contigs aligned to reference:</a:t>
            </a:r>
          </a:p>
          <a:p>
            <a:r>
              <a:rPr lang="en-US" dirty="0"/>
              <a:t>	 exp_refineFinal1_merged_q.cmap</a:t>
            </a:r>
          </a:p>
          <a:p>
            <a:r>
              <a:rPr lang="en-US" dirty="0"/>
              <a:t>	 exp_refineFinal1_merged_r.cmap</a:t>
            </a:r>
          </a:p>
          <a:p>
            <a:r>
              <a:rPr lang="en-US" dirty="0"/>
              <a:t>	 exp_refineFinal1_merged.xmap</a:t>
            </a:r>
          </a:p>
          <a:p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EB4345-064B-4A45-A966-EB2DFF0C41DA}"/>
              </a:ext>
            </a:extLst>
          </p:cNvPr>
          <p:cNvCxnSpPr>
            <a:cxnSpLocks/>
          </p:cNvCxnSpPr>
          <p:nvPr/>
        </p:nvCxnSpPr>
        <p:spPr>
          <a:xfrm flipV="1">
            <a:off x="2980931" y="2863002"/>
            <a:ext cx="2645292" cy="1063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A1ADB3-011C-42F9-86E3-417EFEA829BB}"/>
              </a:ext>
            </a:extLst>
          </p:cNvPr>
          <p:cNvSpPr txBox="1"/>
          <p:nvPr/>
        </p:nvSpPr>
        <p:spPr>
          <a:xfrm>
            <a:off x="5164584" y="2464464"/>
            <a:ext cx="4743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Molecules aligned to contigs</a:t>
            </a:r>
          </a:p>
          <a:p>
            <a:r>
              <a:rPr lang="en-US" dirty="0"/>
              <a:t>	 exp_refineFinal1_contig2671.xmap </a:t>
            </a:r>
          </a:p>
          <a:p>
            <a:r>
              <a:rPr lang="en-US" dirty="0"/>
              <a:t>	 exp_refineFinal1_contig2671_q.cmap</a:t>
            </a:r>
          </a:p>
          <a:p>
            <a:r>
              <a:rPr lang="en-US" dirty="0"/>
              <a:t>	 exp_refineFinal1_contig2671_r.cmap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AA4F42-029A-4394-93A9-7ED881BB8F51}"/>
              </a:ext>
            </a:extLst>
          </p:cNvPr>
          <p:cNvCxnSpPr>
            <a:cxnSpLocks/>
          </p:cNvCxnSpPr>
          <p:nvPr/>
        </p:nvCxnSpPr>
        <p:spPr>
          <a:xfrm>
            <a:off x="3522215" y="5136978"/>
            <a:ext cx="2104008" cy="315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3EE6FC-5BC9-4573-ADFF-4BBB97C7C092}"/>
              </a:ext>
            </a:extLst>
          </p:cNvPr>
          <p:cNvSpPr txBox="1"/>
          <p:nvPr/>
        </p:nvSpPr>
        <p:spPr>
          <a:xfrm>
            <a:off x="5594346" y="5271296"/>
            <a:ext cx="130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Smaps</a:t>
            </a:r>
            <a:r>
              <a:rPr lang="en-US"/>
              <a:t> (SVs)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03E4FF-2DCC-49AD-9957-F76EFCF1BF9F}"/>
              </a:ext>
            </a:extLst>
          </p:cNvPr>
          <p:cNvSpPr txBox="1"/>
          <p:nvPr/>
        </p:nvSpPr>
        <p:spPr>
          <a:xfrm>
            <a:off x="17197" y="5980511"/>
            <a:ext cx="204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Bash code example: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D12F1F0F-B1F0-40AE-BBC3-3391A48F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6761"/>
            <a:ext cx="10515600" cy="1325563"/>
          </a:xfrm>
        </p:spPr>
        <p:txBody>
          <a:bodyPr/>
          <a:lstStyle/>
          <a:p>
            <a:r>
              <a:rPr lang="en-US"/>
              <a:t>File Structure (de Novo assembly)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DFDCC5-164E-4A11-8D96-C39F861976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66"/>
          <a:stretch/>
        </p:blipFill>
        <p:spPr>
          <a:xfrm>
            <a:off x="9466579" y="2098812"/>
            <a:ext cx="2421647" cy="1186522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9D654C-7F9B-44F7-B534-2C37E34B09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761"/>
          <a:stretch/>
        </p:blipFill>
        <p:spPr>
          <a:xfrm>
            <a:off x="8853209" y="5226802"/>
            <a:ext cx="2700003" cy="102608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4562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10A4-6D53-43DD-8BE9-70DE95B4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666"/>
            <a:ext cx="10515600" cy="931932"/>
          </a:xfrm>
        </p:spPr>
        <p:txBody>
          <a:bodyPr/>
          <a:lstStyle/>
          <a:p>
            <a:r>
              <a:rPr lang="en-US" dirty="0"/>
              <a:t>BNX 2 color file header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4D504-1BB2-4E4A-8664-EA73940D2A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5" t="2326"/>
          <a:stretch/>
        </p:blipFill>
        <p:spPr>
          <a:xfrm>
            <a:off x="123933" y="1347788"/>
            <a:ext cx="16056609" cy="5286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AAA9E9-4A2C-5AF7-8F6B-E54664F63946}"/>
              </a:ext>
            </a:extLst>
          </p:cNvPr>
          <p:cNvSpPr txBox="1"/>
          <p:nvPr/>
        </p:nvSpPr>
        <p:spPr>
          <a:xfrm>
            <a:off x="6586331" y="281300"/>
            <a:ext cx="1152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XXXX.bnx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47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013A-0E18-40CA-820E-873B5799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18"/>
            <a:ext cx="10515600" cy="1325563"/>
          </a:xfrm>
        </p:spPr>
        <p:txBody>
          <a:bodyPr/>
          <a:lstStyle/>
          <a:p>
            <a:r>
              <a:rPr lang="en-US"/>
              <a:t>BNX 2 color labeling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3B321-4502-476A-89A3-1D055EBB8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70" y="1122558"/>
            <a:ext cx="12192000" cy="1662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545A86-61BD-4053-8F50-7AB8E22A5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70" y="3087153"/>
            <a:ext cx="12192000" cy="1676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37797D-C1F0-40EF-9C7A-4BA262FB7420}"/>
              </a:ext>
            </a:extLst>
          </p:cNvPr>
          <p:cNvSpPr txBox="1"/>
          <p:nvPr/>
        </p:nvSpPr>
        <p:spPr>
          <a:xfrm>
            <a:off x="1150070" y="5210470"/>
            <a:ext cx="329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Xmap</a:t>
            </a:r>
            <a:r>
              <a:rPr lang="en-US"/>
              <a:t> rows for these 2 molecules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116DF2-64F2-4176-9355-3047BFD73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820" y="5579802"/>
            <a:ext cx="12153900" cy="800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A4B8C5-FDD9-4DF8-B120-F9127DF8C269}"/>
              </a:ext>
            </a:extLst>
          </p:cNvPr>
          <p:cNvSpPr txBox="1"/>
          <p:nvPr/>
        </p:nvSpPr>
        <p:spPr>
          <a:xfrm>
            <a:off x="5841507" y="10018"/>
            <a:ext cx="55846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molecule information:</a:t>
            </a:r>
          </a:p>
          <a:p>
            <a:r>
              <a:rPr lang="en-US" dirty="0"/>
              <a:t>7 rows per molecule, width # columns is number of labels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82BFD2-A959-4106-A95B-38291C4D7E40}"/>
              </a:ext>
            </a:extLst>
          </p:cNvPr>
          <p:cNvCxnSpPr/>
          <p:nvPr/>
        </p:nvCxnSpPr>
        <p:spPr>
          <a:xfrm>
            <a:off x="810705" y="1640264"/>
            <a:ext cx="1621410" cy="113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2F000EF-E3F0-4C08-9D00-BC2E9085BA19}"/>
              </a:ext>
            </a:extLst>
          </p:cNvPr>
          <p:cNvSpPr txBox="1"/>
          <p:nvPr/>
        </p:nvSpPr>
        <p:spPr>
          <a:xfrm>
            <a:off x="303582" y="1434867"/>
            <a:ext cx="54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EB0475-5ED1-4221-AE94-9832A8AAB79B}"/>
              </a:ext>
            </a:extLst>
          </p:cNvPr>
          <p:cNvCxnSpPr>
            <a:cxnSpLocks/>
          </p:cNvCxnSpPr>
          <p:nvPr/>
        </p:nvCxnSpPr>
        <p:spPr>
          <a:xfrm>
            <a:off x="895546" y="1917623"/>
            <a:ext cx="1651262" cy="36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E5CC0A-29C6-410F-BAEA-C9AFA4E182C1}"/>
              </a:ext>
            </a:extLst>
          </p:cNvPr>
          <p:cNvSpPr txBox="1"/>
          <p:nvPr/>
        </p:nvSpPr>
        <p:spPr>
          <a:xfrm>
            <a:off x="135210" y="1707176"/>
            <a:ext cx="76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Green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11640-CC95-4BF0-A9A4-6A7715BDF4C7}"/>
              </a:ext>
            </a:extLst>
          </p:cNvPr>
          <p:cNvSpPr txBox="1"/>
          <p:nvPr/>
        </p:nvSpPr>
        <p:spPr>
          <a:xfrm>
            <a:off x="-188538" y="1132476"/>
            <a:ext cx="7060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label position</a:t>
            </a:r>
          </a:p>
        </p:txBody>
      </p:sp>
    </p:spTree>
    <p:extLst>
      <p:ext uri="{BB962C8B-B14F-4D97-AF65-F5344CB8AC3E}">
        <p14:creationId xmlns:p14="http://schemas.microsoft.com/office/powerpoint/2010/main" val="347367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CEE5-F76B-4BAF-85C1-7E5B86D4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637"/>
            <a:ext cx="10515600" cy="1325563"/>
          </a:xfrm>
        </p:spPr>
        <p:txBody>
          <a:bodyPr/>
          <a:lstStyle/>
          <a:p>
            <a:r>
              <a:rPr lang="en-US"/>
              <a:t>BNX Molecule File – Green label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066AE-C7DF-4747-9DEB-F979FB02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7" y="3082805"/>
            <a:ext cx="12192000" cy="8193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A9A672-7F28-4BE1-B2DE-E37E30B854B5}"/>
              </a:ext>
            </a:extLst>
          </p:cNvPr>
          <p:cNvSpPr/>
          <p:nvPr/>
        </p:nvSpPr>
        <p:spPr>
          <a:xfrm>
            <a:off x="0" y="1995519"/>
            <a:ext cx="150018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</a:rPr>
              <a:t>#0h </a:t>
            </a:r>
            <a:r>
              <a:rPr lang="en-US" sz="1200" dirty="0" err="1">
                <a:latin typeface="+mj-lt"/>
              </a:rPr>
              <a:t>LabelChannel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MoleculeID</a:t>
            </a:r>
            <a:r>
              <a:rPr lang="en-US" sz="1200" dirty="0">
                <a:latin typeface="+mj-lt"/>
              </a:rPr>
              <a:t>  Length  </a:t>
            </a:r>
            <a:r>
              <a:rPr lang="en-US" sz="1200" dirty="0" err="1">
                <a:latin typeface="+mj-lt"/>
              </a:rPr>
              <a:t>AvgIntensity</a:t>
            </a:r>
            <a:r>
              <a:rPr lang="en-US" sz="1200" dirty="0">
                <a:latin typeface="+mj-lt"/>
              </a:rPr>
              <a:t>  SNR  </a:t>
            </a:r>
            <a:r>
              <a:rPr lang="en-US" sz="1200" dirty="0" err="1">
                <a:latin typeface="+mj-lt"/>
              </a:rPr>
              <a:t>NumberofLables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OriginalMoleculeId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ScanNumber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ScanDirection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ChipId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Flowcell</a:t>
            </a:r>
            <a:r>
              <a:rPr lang="en-US" sz="1200" dirty="0">
                <a:latin typeface="+mj-lt"/>
              </a:rPr>
              <a:t>  RunId	</a:t>
            </a:r>
            <a:r>
              <a:rPr lang="en-US" sz="1200" dirty="0" err="1">
                <a:latin typeface="+mj-lt"/>
              </a:rPr>
              <a:t>GlobalScanNumber</a:t>
            </a:r>
            <a:r>
              <a:rPr lang="en-US" sz="1200" dirty="0">
                <a:latin typeface="+mj-lt"/>
              </a:rPr>
              <a:t> </a:t>
            </a:r>
          </a:p>
          <a:p>
            <a:r>
              <a:rPr lang="en-US" sz="1200" dirty="0">
                <a:latin typeface="+mj-lt"/>
              </a:rPr>
              <a:t>#1h </a:t>
            </a:r>
            <a:r>
              <a:rPr lang="en-US" sz="1200" dirty="0" err="1">
                <a:latin typeface="+mj-lt"/>
              </a:rPr>
              <a:t>LabelChannel</a:t>
            </a:r>
            <a:r>
              <a:rPr lang="en-US" sz="1200" dirty="0">
                <a:latin typeface="+mj-lt"/>
              </a:rPr>
              <a:t>  </a:t>
            </a:r>
            <a:r>
              <a:rPr lang="en-US" sz="1200" dirty="0" err="1">
                <a:latin typeface="+mj-lt"/>
              </a:rPr>
              <a:t>LabelPositions</a:t>
            </a:r>
            <a:r>
              <a:rPr lang="en-US" sz="1200" dirty="0">
                <a:latin typeface="+mj-lt"/>
              </a:rPr>
              <a:t>[N]</a:t>
            </a:r>
          </a:p>
          <a:p>
            <a:r>
              <a:rPr lang="en-US" sz="1200" dirty="0">
                <a:latin typeface="+mj-lt"/>
              </a:rPr>
              <a:t># Quality Score QX11: Label SNR for channel 1</a:t>
            </a:r>
          </a:p>
          <a:p>
            <a:r>
              <a:rPr lang="en-US" sz="1200" dirty="0">
                <a:latin typeface="+mj-lt"/>
              </a:rPr>
              <a:t># Quality Score QX12: Label Intensity for channel 1</a:t>
            </a:r>
          </a:p>
          <a:p>
            <a:r>
              <a:rPr lang="en-US" sz="1200" dirty="0">
                <a:latin typeface="+mj-lt"/>
              </a:rPr>
              <a:t># Quality Score QX14: Stitch Locations for channel 1</a:t>
            </a:r>
          </a:p>
        </p:txBody>
      </p:sp>
    </p:spTree>
    <p:extLst>
      <p:ext uri="{BB962C8B-B14F-4D97-AF65-F5344CB8AC3E}">
        <p14:creationId xmlns:p14="http://schemas.microsoft.com/office/powerpoint/2010/main" val="278971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Macintosh PowerPoint</Application>
  <PresentationFormat>Widescreen</PresentationFormat>
  <Paragraphs>125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Overview &amp; Visualization</vt:lpstr>
      <vt:lpstr>Positive, Negative orientations</vt:lpstr>
      <vt:lpstr>Positive, Negative orientations</vt:lpstr>
      <vt:lpstr>1 Xmap: All contigs aligned to reference</vt:lpstr>
      <vt:lpstr>File types: Contig to Reference</vt:lpstr>
      <vt:lpstr>File Types: Molecules to Contig</vt:lpstr>
      <vt:lpstr>File Structure (de Novo assembly)</vt:lpstr>
      <vt:lpstr>BNX 2 color file header</vt:lpstr>
      <vt:lpstr>BNX 2 color labeling</vt:lpstr>
      <vt:lpstr>BNX Molecule File – Green label only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Young,Eleanor</dc:creator>
  <cp:lastModifiedBy>Wang,Yilin</cp:lastModifiedBy>
  <cp:revision>7</cp:revision>
  <dcterms:created xsi:type="dcterms:W3CDTF">2020-12-22T23:45:51Z</dcterms:created>
  <dcterms:modified xsi:type="dcterms:W3CDTF">2025-10-08T16:31:04Z</dcterms:modified>
</cp:coreProperties>
</file>